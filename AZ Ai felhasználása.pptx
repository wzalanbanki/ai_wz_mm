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8" r:id="rId3"/>
    <p:sldId id="262" r:id="rId4"/>
    <p:sldId id="259" r:id="rId5"/>
    <p:sldId id="261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94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36BA365D-9D6C-4324-BC0D-8D3506C32200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424D093-5C95-4B11-881A-9C31432500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7403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A365D-9D6C-4324-BC0D-8D3506C32200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D093-5C95-4B11-881A-9C31432500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50995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A365D-9D6C-4324-BC0D-8D3506C32200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D093-5C95-4B11-881A-9C31432500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3943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A365D-9D6C-4324-BC0D-8D3506C32200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D093-5C95-4B11-881A-9C31432500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62551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A365D-9D6C-4324-BC0D-8D3506C32200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D093-5C95-4B11-881A-9C31432500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64403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A365D-9D6C-4324-BC0D-8D3506C32200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D093-5C95-4B11-881A-9C31432500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68235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A365D-9D6C-4324-BC0D-8D3506C32200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D093-5C95-4B11-881A-9C31432500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13621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A365D-9D6C-4324-BC0D-8D3506C32200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D093-5C95-4B11-881A-9C31432500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46520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A365D-9D6C-4324-BC0D-8D3506C32200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D093-5C95-4B11-881A-9C31432500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26832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A365D-9D6C-4324-BC0D-8D3506C32200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D093-5C95-4B11-881A-9C31432500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18021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A365D-9D6C-4324-BC0D-8D3506C32200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D093-5C95-4B11-881A-9C31432500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29982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A365D-9D6C-4324-BC0D-8D3506C32200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D093-5C95-4B11-881A-9C31432500B2}" type="slidenum">
              <a:rPr lang="hu-HU" smtClean="0"/>
              <a:t>‹#›</a:t>
            </a:fld>
            <a:endParaRPr lang="hu-H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5765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A365D-9D6C-4324-BC0D-8D3506C32200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D093-5C95-4B11-881A-9C31432500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90112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A365D-9D6C-4324-BC0D-8D3506C32200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D093-5C95-4B11-881A-9C31432500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78369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A365D-9D6C-4324-BC0D-8D3506C32200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D093-5C95-4B11-881A-9C31432500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27692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A365D-9D6C-4324-BC0D-8D3506C32200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D093-5C95-4B11-881A-9C31432500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6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A365D-9D6C-4324-BC0D-8D3506C32200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D093-5C95-4B11-881A-9C31432500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36934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BA365D-9D6C-4324-BC0D-8D3506C32200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24D093-5C95-4B11-881A-9C31432500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02199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26ECBD7-90DA-2250-3D54-01326E01E3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AZ </a:t>
            </a:r>
            <a:r>
              <a:rPr lang="hu-HU" dirty="0" err="1"/>
              <a:t>Ai</a:t>
            </a:r>
            <a:r>
              <a:rPr lang="hu-HU" dirty="0"/>
              <a:t> felhasználása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93886AD-B790-5F96-C8FA-44F292944B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Wicha Zalán és Molnár Milán</a:t>
            </a:r>
          </a:p>
        </p:txBody>
      </p:sp>
    </p:spTree>
    <p:extLst>
      <p:ext uri="{BB962C8B-B14F-4D97-AF65-F5344CB8AC3E}">
        <p14:creationId xmlns:p14="http://schemas.microsoft.com/office/powerpoint/2010/main" val="4106217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9FBB3149-8289-4060-BB01-ED3047C53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BAEF7DA-43C4-4736-B5A3-B48E6125A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909436B-313B-4D27-BD55-E8303EF45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4" name="Rectangle 5">
                <a:extLst>
                  <a:ext uri="{FF2B5EF4-FFF2-40B4-BE49-F238E27FC236}">
                    <a16:creationId xmlns:a16="http://schemas.microsoft.com/office/drawing/2014/main" id="{758BC0E2-32D9-41ED-907C-DA3C4A698E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41E486E5-1757-4896-A762-4D0BE33091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5812B4BD-11B4-43E6-B3D0-1F424A9FD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6A0E1D38-C2A3-42C9-920D-F40319CE16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3FAF6AF3-9B01-4BEB-BB6B-08B348511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53F7FADA-61E9-4AAB-BED8-D6FD1BB545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46419F9F-3EEC-45FF-98BB-4F20D5347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1E081BCD-31AF-4E94-966D-497357D221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5082EAA7-B95F-462F-8307-2C9EC1C35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E9A57125-4B73-448E-B7B7-94380A928D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7290E834-81F0-42A1-B66B-33D4580573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C9FA5563-6ED2-4EAC-A8ED-DF71850ACD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50479572-5CA3-41F4-8BDC-F039335C2C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4156CB6F-DF65-4A51-A840-7A4177BDF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9252974F-88C0-4CAA-A42D-E94E2B7A6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DE3974B2-2875-4AFE-A30A-6EE823E579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948A52FE-E1B0-4297-BBBE-C860B4E3D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C6E71B5D-6B02-417C-A0CF-4447C55F2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0FB94710-B373-451B-84A2-947DDB4564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4E47778B-FD55-4A2C-A53F-E548158C89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DA2A4F49-8FC4-4F12-8707-A6CC117E5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2293D140-51FA-484D-8464-785D8FD3D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AA66B21A-3C7F-426E-9C38-C0D6AEF13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F22F8B0E-04B8-4D29-9E19-CACDAE6AB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E0D8C2CC-1759-4605-B3C9-DA4B1EF250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547A4BC3-AA95-4A78-AC23-65A4CE843B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93059BC9-C7C3-41F9-8BBA-7BF49FF602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335FE01-8192-4D2A-93F8-2F680F728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" name="Freeform 32">
                <a:extLst>
                  <a:ext uri="{FF2B5EF4-FFF2-40B4-BE49-F238E27FC236}">
                    <a16:creationId xmlns:a16="http://schemas.microsoft.com/office/drawing/2014/main" id="{A150A82A-9896-4D5B-BAA5-0A7ECD0789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5" name="Freeform 33">
                <a:extLst>
                  <a:ext uri="{FF2B5EF4-FFF2-40B4-BE49-F238E27FC236}">
                    <a16:creationId xmlns:a16="http://schemas.microsoft.com/office/drawing/2014/main" id="{82641EF7-9CDB-40BE-A964-13F866165C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6" name="Freeform 34">
                <a:extLst>
                  <a:ext uri="{FF2B5EF4-FFF2-40B4-BE49-F238E27FC236}">
                    <a16:creationId xmlns:a16="http://schemas.microsoft.com/office/drawing/2014/main" id="{A1D1CF16-B5BD-4021-9BA9-637569FC80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7" name="Freeform 35">
                <a:extLst>
                  <a:ext uri="{FF2B5EF4-FFF2-40B4-BE49-F238E27FC236}">
                    <a16:creationId xmlns:a16="http://schemas.microsoft.com/office/drawing/2014/main" id="{FF13F72C-CC27-48A0-AC55-686AB9153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0EC3BA8B-33ED-483D-935C-170AD0C4D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C4C451E6-48CE-4642-B51D-FE44840872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0" name="Freeform 38">
                <a:extLst>
                  <a:ext uri="{FF2B5EF4-FFF2-40B4-BE49-F238E27FC236}">
                    <a16:creationId xmlns:a16="http://schemas.microsoft.com/office/drawing/2014/main" id="{0F88F098-E44C-4A45-AE2B-595A7B8527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1" name="Freeform 39">
                <a:extLst>
                  <a:ext uri="{FF2B5EF4-FFF2-40B4-BE49-F238E27FC236}">
                    <a16:creationId xmlns:a16="http://schemas.microsoft.com/office/drawing/2014/main" id="{5B782B5D-8B67-4CD5-A0B3-8067BBB328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2" name="Freeform 40">
                <a:extLst>
                  <a:ext uri="{FF2B5EF4-FFF2-40B4-BE49-F238E27FC236}">
                    <a16:creationId xmlns:a16="http://schemas.microsoft.com/office/drawing/2014/main" id="{897A4906-0942-4CD6-840D-0915E0C4D0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3" name="Rectangle 41">
                <a:extLst>
                  <a:ext uri="{FF2B5EF4-FFF2-40B4-BE49-F238E27FC236}">
                    <a16:creationId xmlns:a16="http://schemas.microsoft.com/office/drawing/2014/main" id="{D1131789-2DD5-462E-9FC9-E25021F5CF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</p:grpSp>
      <p:sp>
        <p:nvSpPr>
          <p:cNvPr id="204" name="Rectangle 51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" name="Group 53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55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06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07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08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09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10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11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12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13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14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15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16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17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18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19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20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21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22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23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24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25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26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27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28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29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30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31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4A9A2808-03D2-C03F-4B18-615EAD795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015" y="1093787"/>
            <a:ext cx="3059969" cy="469741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Használt ezközök</a:t>
            </a:r>
          </a:p>
        </p:txBody>
      </p:sp>
      <p:sp useBgFill="1">
        <p:nvSpPr>
          <p:cNvPr id="232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E2C3F4B-FE5C-1311-737A-D4127CE9F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5467" y="1093788"/>
            <a:ext cx="5831944" cy="469741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Gmail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 err="1"/>
              <a:t>ChatGpt</a:t>
            </a:r>
            <a:endParaRPr lang="en-US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Cloude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Gemini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 err="1"/>
              <a:t>Deepseek</a:t>
            </a:r>
            <a:endParaRPr lang="en-US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GitHub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Trello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71031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5FBB8B-B658-7542-0029-17F1E57D5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1F166EA8-5F99-BDE7-B930-ABBDE4EF0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B0F8678-F96B-3681-85DC-0915AC12A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DACD3CD-2E18-9E98-C0CE-6C40A3C4A0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4" name="Rectangle 5">
                <a:extLst>
                  <a:ext uri="{FF2B5EF4-FFF2-40B4-BE49-F238E27FC236}">
                    <a16:creationId xmlns:a16="http://schemas.microsoft.com/office/drawing/2014/main" id="{69987971-2083-F6CC-E0BA-6DB1B8FE4B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6D7A3C86-DB9C-885E-30BE-C16A91139D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4A4FA69D-46E0-C5ED-087F-900651372A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43CFA439-94FC-DF2F-FECA-6356D55E94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6A8BC5E4-1A7B-534C-7322-D1504A4441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48B1B88F-9FB9-45EA-3DA1-D0448240CD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1BC12E18-D733-62EA-C767-D3C524053D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D1EEA114-E5C4-454F-A3CB-1154D0B98C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40677360-C2C4-506B-F9CF-9182B1348F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F2972FBF-E32C-BA25-664C-91B9FDD133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B0DCD0FC-608B-2D70-3707-BCE3229D13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5F1F299C-52F3-4945-83B8-CC99899BBD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11A6BC13-2079-6958-B1D1-EE6717E85D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E0807018-EDBC-8AAD-622E-3F28A3B796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FA2A2417-B4D2-9775-1245-B59706CEA8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9A70C458-5823-CCA0-2941-2145D82183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5FE7895D-0458-D440-C2D9-B4435861CE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06CCB2D0-9BCB-81BF-BE4E-2F9C99DE53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6CFCF6E8-DD85-FC8C-6DA4-B3D16FD80E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8A09C364-A1FD-321D-0E22-4527F10041B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DDA0498A-1005-C7AE-86CA-5DD075F41F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37507D43-B017-44FC-E239-AE01AC91A3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89BC9574-C96A-8518-7E55-46E13ACB30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68C164F6-664A-C002-B762-0D6DDDAA22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FBA3F429-1845-0962-768E-E1F8DBB255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CE22C823-45AD-2B90-B883-A8A4425EF1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E4BB178E-4A4B-C2F4-AD4F-A6FB29086E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9FE5D0D-2944-208F-86F2-D2905AB85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" name="Freeform 32">
                <a:extLst>
                  <a:ext uri="{FF2B5EF4-FFF2-40B4-BE49-F238E27FC236}">
                    <a16:creationId xmlns:a16="http://schemas.microsoft.com/office/drawing/2014/main" id="{4D42A57E-5249-08D5-B57C-CDC7905A62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5" name="Freeform 33">
                <a:extLst>
                  <a:ext uri="{FF2B5EF4-FFF2-40B4-BE49-F238E27FC236}">
                    <a16:creationId xmlns:a16="http://schemas.microsoft.com/office/drawing/2014/main" id="{E4C55461-E32C-C510-8D71-29582CDD87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6" name="Freeform 34">
                <a:extLst>
                  <a:ext uri="{FF2B5EF4-FFF2-40B4-BE49-F238E27FC236}">
                    <a16:creationId xmlns:a16="http://schemas.microsoft.com/office/drawing/2014/main" id="{75FF35CC-B225-FA88-F019-3882DC5F46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7" name="Freeform 35">
                <a:extLst>
                  <a:ext uri="{FF2B5EF4-FFF2-40B4-BE49-F238E27FC236}">
                    <a16:creationId xmlns:a16="http://schemas.microsoft.com/office/drawing/2014/main" id="{4B1279A3-E1A4-DF22-B66F-FD1A750AFC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940D02F5-458F-AD3E-6407-D277F451DC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68F0E82A-A979-E9B8-22C0-B8E56D1D29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0" name="Freeform 38">
                <a:extLst>
                  <a:ext uri="{FF2B5EF4-FFF2-40B4-BE49-F238E27FC236}">
                    <a16:creationId xmlns:a16="http://schemas.microsoft.com/office/drawing/2014/main" id="{1731A4AA-59B2-FE4A-2A78-B5D8C57B43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1" name="Freeform 39">
                <a:extLst>
                  <a:ext uri="{FF2B5EF4-FFF2-40B4-BE49-F238E27FC236}">
                    <a16:creationId xmlns:a16="http://schemas.microsoft.com/office/drawing/2014/main" id="{83D4FFA9-0967-D1DA-D8C7-337A56E9C7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2" name="Freeform 40">
                <a:extLst>
                  <a:ext uri="{FF2B5EF4-FFF2-40B4-BE49-F238E27FC236}">
                    <a16:creationId xmlns:a16="http://schemas.microsoft.com/office/drawing/2014/main" id="{250A5039-F536-502B-8D46-BB3F841D3D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3" name="Rectangle 41">
                <a:extLst>
                  <a:ext uri="{FF2B5EF4-FFF2-40B4-BE49-F238E27FC236}">
                    <a16:creationId xmlns:a16="http://schemas.microsoft.com/office/drawing/2014/main" id="{C90419CF-3D74-53FA-F8FA-EB647EB55E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</p:grpSp>
      <p:sp>
        <p:nvSpPr>
          <p:cNvPr id="204" name="Rectangle 51">
            <a:extLst>
              <a:ext uri="{FF2B5EF4-FFF2-40B4-BE49-F238E27FC236}">
                <a16:creationId xmlns:a16="http://schemas.microsoft.com/office/drawing/2014/main" id="{06569C5B-244A-AA7A-4109-7CE14D913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" name="Group 53">
            <a:extLst>
              <a:ext uri="{FF2B5EF4-FFF2-40B4-BE49-F238E27FC236}">
                <a16:creationId xmlns:a16="http://schemas.microsoft.com/office/drawing/2014/main" id="{15311A62-D392-4155-A3B8-997D00D9B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55" name="Rectangle 5">
              <a:extLst>
                <a:ext uri="{FF2B5EF4-FFF2-40B4-BE49-F238E27FC236}">
                  <a16:creationId xmlns:a16="http://schemas.microsoft.com/office/drawing/2014/main" id="{EE23127A-7F4E-ED8D-0A36-945530A1AA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06" name="Freeform 6">
              <a:extLst>
                <a:ext uri="{FF2B5EF4-FFF2-40B4-BE49-F238E27FC236}">
                  <a16:creationId xmlns:a16="http://schemas.microsoft.com/office/drawing/2014/main" id="{E4B2085C-2E51-0055-3540-01758A8E74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07" name="Freeform 7">
              <a:extLst>
                <a:ext uri="{FF2B5EF4-FFF2-40B4-BE49-F238E27FC236}">
                  <a16:creationId xmlns:a16="http://schemas.microsoft.com/office/drawing/2014/main" id="{5ABD900C-1D4E-1541-8226-538E40EF2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08" name="Freeform 8">
              <a:extLst>
                <a:ext uri="{FF2B5EF4-FFF2-40B4-BE49-F238E27FC236}">
                  <a16:creationId xmlns:a16="http://schemas.microsoft.com/office/drawing/2014/main" id="{58E50451-3A3D-9403-BD6E-86B0D2A6C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09" name="Freeform 9">
              <a:extLst>
                <a:ext uri="{FF2B5EF4-FFF2-40B4-BE49-F238E27FC236}">
                  <a16:creationId xmlns:a16="http://schemas.microsoft.com/office/drawing/2014/main" id="{FEF7E643-7344-7601-D0D2-957346857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10" name="Freeform 10">
              <a:extLst>
                <a:ext uri="{FF2B5EF4-FFF2-40B4-BE49-F238E27FC236}">
                  <a16:creationId xmlns:a16="http://schemas.microsoft.com/office/drawing/2014/main" id="{7121435E-81FF-7934-CD94-6635BAE88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11" name="Freeform 11">
              <a:extLst>
                <a:ext uri="{FF2B5EF4-FFF2-40B4-BE49-F238E27FC236}">
                  <a16:creationId xmlns:a16="http://schemas.microsoft.com/office/drawing/2014/main" id="{1F7DFDD0-73F2-B7B9-E142-02E053562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12" name="Freeform 12">
              <a:extLst>
                <a:ext uri="{FF2B5EF4-FFF2-40B4-BE49-F238E27FC236}">
                  <a16:creationId xmlns:a16="http://schemas.microsoft.com/office/drawing/2014/main" id="{06D511CB-E323-571B-FD52-368D2C39F5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13" name="Freeform 13">
              <a:extLst>
                <a:ext uri="{FF2B5EF4-FFF2-40B4-BE49-F238E27FC236}">
                  <a16:creationId xmlns:a16="http://schemas.microsoft.com/office/drawing/2014/main" id="{9B025EA9-C324-2586-CA64-81AA9A4C4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14" name="Freeform 14">
              <a:extLst>
                <a:ext uri="{FF2B5EF4-FFF2-40B4-BE49-F238E27FC236}">
                  <a16:creationId xmlns:a16="http://schemas.microsoft.com/office/drawing/2014/main" id="{21D0D531-0D55-F18F-09B6-A44E282FD9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15" name="Freeform 15">
              <a:extLst>
                <a:ext uri="{FF2B5EF4-FFF2-40B4-BE49-F238E27FC236}">
                  <a16:creationId xmlns:a16="http://schemas.microsoft.com/office/drawing/2014/main" id="{71C24EB1-DD5D-206F-E87F-2B2F0F1E31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16" name="Line 16">
              <a:extLst>
                <a:ext uri="{FF2B5EF4-FFF2-40B4-BE49-F238E27FC236}">
                  <a16:creationId xmlns:a16="http://schemas.microsoft.com/office/drawing/2014/main" id="{62B863C8-9BC1-A247-7A43-E4AC03BF8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17" name="Freeform 17">
              <a:extLst>
                <a:ext uri="{FF2B5EF4-FFF2-40B4-BE49-F238E27FC236}">
                  <a16:creationId xmlns:a16="http://schemas.microsoft.com/office/drawing/2014/main" id="{8D29CF75-A1B6-0532-E172-135BDCF90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18" name="Freeform 18">
              <a:extLst>
                <a:ext uri="{FF2B5EF4-FFF2-40B4-BE49-F238E27FC236}">
                  <a16:creationId xmlns:a16="http://schemas.microsoft.com/office/drawing/2014/main" id="{CD82E0B6-0161-97A5-2264-3E0A2B272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19" name="Freeform 19">
              <a:extLst>
                <a:ext uri="{FF2B5EF4-FFF2-40B4-BE49-F238E27FC236}">
                  <a16:creationId xmlns:a16="http://schemas.microsoft.com/office/drawing/2014/main" id="{24B79DEE-4AF7-AFC0-13BC-16BE0E9B3F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20" name="Freeform 20">
              <a:extLst>
                <a:ext uri="{FF2B5EF4-FFF2-40B4-BE49-F238E27FC236}">
                  <a16:creationId xmlns:a16="http://schemas.microsoft.com/office/drawing/2014/main" id="{64C5F2D8-59C2-E33C-DD7A-E5807F40A6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21" name="Rectangle 21">
              <a:extLst>
                <a:ext uri="{FF2B5EF4-FFF2-40B4-BE49-F238E27FC236}">
                  <a16:creationId xmlns:a16="http://schemas.microsoft.com/office/drawing/2014/main" id="{F1355641-0776-AE1C-5A3B-45507EE1D9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22" name="Freeform 22">
              <a:extLst>
                <a:ext uri="{FF2B5EF4-FFF2-40B4-BE49-F238E27FC236}">
                  <a16:creationId xmlns:a16="http://schemas.microsoft.com/office/drawing/2014/main" id="{8D5F015F-AF81-D360-4F7F-216C3CCAC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23" name="Freeform 23">
              <a:extLst>
                <a:ext uri="{FF2B5EF4-FFF2-40B4-BE49-F238E27FC236}">
                  <a16:creationId xmlns:a16="http://schemas.microsoft.com/office/drawing/2014/main" id="{F3F7B542-D59B-453B-E8BF-5E2C03EEE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24" name="Freeform 24">
              <a:extLst>
                <a:ext uri="{FF2B5EF4-FFF2-40B4-BE49-F238E27FC236}">
                  <a16:creationId xmlns:a16="http://schemas.microsoft.com/office/drawing/2014/main" id="{E6A1A7FA-BEA4-53F0-FDFA-B9C13ED09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25" name="Freeform 25">
              <a:extLst>
                <a:ext uri="{FF2B5EF4-FFF2-40B4-BE49-F238E27FC236}">
                  <a16:creationId xmlns:a16="http://schemas.microsoft.com/office/drawing/2014/main" id="{10BD8BB7-E2C8-AB1E-1D9E-0607F585E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26" name="Freeform 26">
              <a:extLst>
                <a:ext uri="{FF2B5EF4-FFF2-40B4-BE49-F238E27FC236}">
                  <a16:creationId xmlns:a16="http://schemas.microsoft.com/office/drawing/2014/main" id="{860D42AA-A7E5-ADED-2851-AE5D30D20A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27" name="Freeform 27">
              <a:extLst>
                <a:ext uri="{FF2B5EF4-FFF2-40B4-BE49-F238E27FC236}">
                  <a16:creationId xmlns:a16="http://schemas.microsoft.com/office/drawing/2014/main" id="{1184E7A0-2032-7179-D173-BD7FF74C6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28" name="Freeform 28">
              <a:extLst>
                <a:ext uri="{FF2B5EF4-FFF2-40B4-BE49-F238E27FC236}">
                  <a16:creationId xmlns:a16="http://schemas.microsoft.com/office/drawing/2014/main" id="{A9BDA3C8-95B9-34C7-F09C-75C6509E8F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29" name="Freeform 29">
              <a:extLst>
                <a:ext uri="{FF2B5EF4-FFF2-40B4-BE49-F238E27FC236}">
                  <a16:creationId xmlns:a16="http://schemas.microsoft.com/office/drawing/2014/main" id="{48E642F5-B2C2-37DD-6C44-D8C7824C0C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30" name="Freeform 30">
              <a:extLst>
                <a:ext uri="{FF2B5EF4-FFF2-40B4-BE49-F238E27FC236}">
                  <a16:creationId xmlns:a16="http://schemas.microsoft.com/office/drawing/2014/main" id="{D3FDD541-7745-2E4D-EB36-719610A1B6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31" name="Freeform 31">
              <a:extLst>
                <a:ext uri="{FF2B5EF4-FFF2-40B4-BE49-F238E27FC236}">
                  <a16:creationId xmlns:a16="http://schemas.microsoft.com/office/drawing/2014/main" id="{C2A9A6CF-4E06-1367-0BA7-4434F8C4F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AE9310A6-80D3-49EC-340C-F92E1E95A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015" y="1093787"/>
            <a:ext cx="3059969" cy="469741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 err="1"/>
              <a:t>Ai</a:t>
            </a:r>
            <a:r>
              <a:rPr lang="hu-HU" dirty="0"/>
              <a:t> használata</a:t>
            </a:r>
            <a:endParaRPr lang="en-US" dirty="0"/>
          </a:p>
        </p:txBody>
      </p:sp>
      <p:sp useBgFill="1">
        <p:nvSpPr>
          <p:cNvPr id="232" name="Round Diagonal Corner Rectangle 7">
            <a:extLst>
              <a:ext uri="{FF2B5EF4-FFF2-40B4-BE49-F238E27FC236}">
                <a16:creationId xmlns:a16="http://schemas.microsoft.com/office/drawing/2014/main" id="{CD13EAC8-C66B-B61F-77F2-4EC1C43BE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8EFC605C-8889-0747-34B3-2ACED4C3A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5467" y="1093788"/>
            <a:ext cx="5831944" cy="469741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hu-HU" dirty="0"/>
              <a:t>Szöveg generálás/gyűjtés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hu-HU" dirty="0"/>
              <a:t>Információ gyűjtés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hu-HU" dirty="0"/>
              <a:t>Kód tömörítése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hu-HU" dirty="0"/>
              <a:t>Új anyag megértése</a:t>
            </a:r>
          </a:p>
        </p:txBody>
      </p:sp>
    </p:spTree>
    <p:extLst>
      <p:ext uri="{BB962C8B-B14F-4D97-AF65-F5344CB8AC3E}">
        <p14:creationId xmlns:p14="http://schemas.microsoft.com/office/powerpoint/2010/main" val="4238555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1A2AC6-76BD-ECB0-CFEA-4A2354C9C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59FACE42-44B0-4185-8ED4-9043A78C8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 xmlns:p14="http://schemas.microsoft.com/office/powerpoint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A838DBA2-246D-4087-AE0A-6EA2B4B65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4406F95-9579-494D-BE1E-A012A7F4C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5" name="Rectangle 5">
                <a:extLst>
                  <a:ext uri="{FF2B5EF4-FFF2-40B4-BE49-F238E27FC236}">
                    <a16:creationId xmlns:a16="http://schemas.microsoft.com/office/drawing/2014/main" id="{4C8D671A-5C73-44CA-B6D0-7F3BC195BA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6" name="Freeform 6">
                <a:extLst>
                  <a:ext uri="{FF2B5EF4-FFF2-40B4-BE49-F238E27FC236}">
                    <a16:creationId xmlns:a16="http://schemas.microsoft.com/office/drawing/2014/main" id="{F0DB3AC8-B5AD-4004-B0B9-74B58BECA0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id="{F3B2C8F3-E236-45B2-B2E1-8460F8FD6D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8" name="Freeform 8">
                <a:extLst>
                  <a:ext uri="{FF2B5EF4-FFF2-40B4-BE49-F238E27FC236}">
                    <a16:creationId xmlns:a16="http://schemas.microsoft.com/office/drawing/2014/main" id="{761EE3AC-0BC2-4A29-AD58-5CB0EEFF96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9" name="Freeform 9">
                <a:extLst>
                  <a:ext uri="{FF2B5EF4-FFF2-40B4-BE49-F238E27FC236}">
                    <a16:creationId xmlns:a16="http://schemas.microsoft.com/office/drawing/2014/main" id="{38DC43BE-83DD-43F3-A21F-9B58B1074F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0" name="Freeform 10">
                <a:extLst>
                  <a:ext uri="{FF2B5EF4-FFF2-40B4-BE49-F238E27FC236}">
                    <a16:creationId xmlns:a16="http://schemas.microsoft.com/office/drawing/2014/main" id="{112583CE-53E8-48F6-9F71-25A32BFD61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" name="Freeform 11">
                <a:extLst>
                  <a:ext uri="{FF2B5EF4-FFF2-40B4-BE49-F238E27FC236}">
                    <a16:creationId xmlns:a16="http://schemas.microsoft.com/office/drawing/2014/main" id="{229A7966-2C4F-4334-8FB7-08521F984D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" name="Freeform 12">
                <a:extLst>
                  <a:ext uri="{FF2B5EF4-FFF2-40B4-BE49-F238E27FC236}">
                    <a16:creationId xmlns:a16="http://schemas.microsoft.com/office/drawing/2014/main" id="{656FCF6A-DF5B-42AA-83C4-22CD7B9947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3" name="Freeform 13">
                <a:extLst>
                  <a:ext uri="{FF2B5EF4-FFF2-40B4-BE49-F238E27FC236}">
                    <a16:creationId xmlns:a16="http://schemas.microsoft.com/office/drawing/2014/main" id="{E908B3EE-F31D-4E8D-BF3C-71F5B35F02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4" name="Freeform 14">
                <a:extLst>
                  <a:ext uri="{FF2B5EF4-FFF2-40B4-BE49-F238E27FC236}">
                    <a16:creationId xmlns:a16="http://schemas.microsoft.com/office/drawing/2014/main" id="{DA9F96D7-B42C-4F80-8F26-72388FE0C2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5" name="Freeform 15">
                <a:extLst>
                  <a:ext uri="{FF2B5EF4-FFF2-40B4-BE49-F238E27FC236}">
                    <a16:creationId xmlns:a16="http://schemas.microsoft.com/office/drawing/2014/main" id="{5C9D5861-5A45-408A-A25E-61ED661AD7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" name="Line 16">
                <a:extLst>
                  <a:ext uri="{FF2B5EF4-FFF2-40B4-BE49-F238E27FC236}">
                    <a16:creationId xmlns:a16="http://schemas.microsoft.com/office/drawing/2014/main" id="{DEEF5DD7-13B2-4CBB-A1AE-193A618B0F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3D896DDA-5AD2-4360-9E65-A792131051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C088F3B1-D893-4078-8EAE-6A3776F675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23CCB367-42E1-4DEF-BABD-7457EB9F28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0" name="Freeform 20">
                <a:extLst>
                  <a:ext uri="{FF2B5EF4-FFF2-40B4-BE49-F238E27FC236}">
                    <a16:creationId xmlns:a16="http://schemas.microsoft.com/office/drawing/2014/main" id="{BAFD46CE-CD21-4C8E-8ACE-B1A0B74A90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" name="Rectangle 21">
                <a:extLst>
                  <a:ext uri="{FF2B5EF4-FFF2-40B4-BE49-F238E27FC236}">
                    <a16:creationId xmlns:a16="http://schemas.microsoft.com/office/drawing/2014/main" id="{23980A26-1FFF-4434-A77C-C5A1C96A54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2" name="Freeform 22">
                <a:extLst>
                  <a:ext uri="{FF2B5EF4-FFF2-40B4-BE49-F238E27FC236}">
                    <a16:creationId xmlns:a16="http://schemas.microsoft.com/office/drawing/2014/main" id="{AE64C1E5-E917-4222-8080-3EF831FB46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3" name="Freeform 23">
                <a:extLst>
                  <a:ext uri="{FF2B5EF4-FFF2-40B4-BE49-F238E27FC236}">
                    <a16:creationId xmlns:a16="http://schemas.microsoft.com/office/drawing/2014/main" id="{D4D42DE6-99E5-4D28-834E-6601A7DD93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4" name="Freeform 24">
                <a:extLst>
                  <a:ext uri="{FF2B5EF4-FFF2-40B4-BE49-F238E27FC236}">
                    <a16:creationId xmlns:a16="http://schemas.microsoft.com/office/drawing/2014/main" id="{194304B3-4C44-49E0-A677-19E2DA8CC9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5" name="Freeform 25">
                <a:extLst>
                  <a:ext uri="{FF2B5EF4-FFF2-40B4-BE49-F238E27FC236}">
                    <a16:creationId xmlns:a16="http://schemas.microsoft.com/office/drawing/2014/main" id="{C726387F-F77D-4FB6-A177-1DC6115E84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6" name="Freeform 26">
                <a:extLst>
                  <a:ext uri="{FF2B5EF4-FFF2-40B4-BE49-F238E27FC236}">
                    <a16:creationId xmlns:a16="http://schemas.microsoft.com/office/drawing/2014/main" id="{2F09766D-0653-4646-BA37-8FC23294BA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7" name="Freeform 27">
                <a:extLst>
                  <a:ext uri="{FF2B5EF4-FFF2-40B4-BE49-F238E27FC236}">
                    <a16:creationId xmlns:a16="http://schemas.microsoft.com/office/drawing/2014/main" id="{F50D9867-C9E0-462B-894F-B2F97E26AC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8" name="Freeform 28">
                <a:extLst>
                  <a:ext uri="{FF2B5EF4-FFF2-40B4-BE49-F238E27FC236}">
                    <a16:creationId xmlns:a16="http://schemas.microsoft.com/office/drawing/2014/main" id="{44179987-9B3B-4BC1-9BDA-EC9F30A379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9" name="Freeform 29">
                <a:extLst>
                  <a:ext uri="{FF2B5EF4-FFF2-40B4-BE49-F238E27FC236}">
                    <a16:creationId xmlns:a16="http://schemas.microsoft.com/office/drawing/2014/main" id="{EF0E5480-8C2D-4FFE-9357-938DF0642B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50" name="Freeform 30">
                <a:extLst>
                  <a:ext uri="{FF2B5EF4-FFF2-40B4-BE49-F238E27FC236}">
                    <a16:creationId xmlns:a16="http://schemas.microsoft.com/office/drawing/2014/main" id="{FDAC2F76-95E6-4EE4-8A26-47CDAE5C62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51" name="Freeform 31">
                <a:extLst>
                  <a:ext uri="{FF2B5EF4-FFF2-40B4-BE49-F238E27FC236}">
                    <a16:creationId xmlns:a16="http://schemas.microsoft.com/office/drawing/2014/main" id="{249EB4AA-5D5B-4A3A-9F2D-6E4EDF2046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75D3DC5-0B19-4EA9-A350-6218AC28C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5" name="Freeform 32">
                <a:extLst>
                  <a:ext uri="{FF2B5EF4-FFF2-40B4-BE49-F238E27FC236}">
                    <a16:creationId xmlns:a16="http://schemas.microsoft.com/office/drawing/2014/main" id="{86B5A458-9418-4EDA-9B6F-E4754ABA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6" name="Freeform 33">
                <a:extLst>
                  <a:ext uri="{FF2B5EF4-FFF2-40B4-BE49-F238E27FC236}">
                    <a16:creationId xmlns:a16="http://schemas.microsoft.com/office/drawing/2014/main" id="{6307D20D-BE6F-4BFD-8A35-230A01AD72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7" name="Freeform 34">
                <a:extLst>
                  <a:ext uri="{FF2B5EF4-FFF2-40B4-BE49-F238E27FC236}">
                    <a16:creationId xmlns:a16="http://schemas.microsoft.com/office/drawing/2014/main" id="{37A04039-8217-4B7F-8F43-4039DF087D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8" name="Freeform 35">
                <a:extLst>
                  <a:ext uri="{FF2B5EF4-FFF2-40B4-BE49-F238E27FC236}">
                    <a16:creationId xmlns:a16="http://schemas.microsoft.com/office/drawing/2014/main" id="{CA6CE641-5DEB-4A06-B9C3-B726A334C2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9" name="Freeform 36">
                <a:extLst>
                  <a:ext uri="{FF2B5EF4-FFF2-40B4-BE49-F238E27FC236}">
                    <a16:creationId xmlns:a16="http://schemas.microsoft.com/office/drawing/2014/main" id="{D08C7C1C-DF39-4479-94BD-47E71DE422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0" name="Freeform 37">
                <a:extLst>
                  <a:ext uri="{FF2B5EF4-FFF2-40B4-BE49-F238E27FC236}">
                    <a16:creationId xmlns:a16="http://schemas.microsoft.com/office/drawing/2014/main" id="{27C5EAA7-E449-48C0-9B14-E677E6ECF8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1" name="Freeform 38">
                <a:extLst>
                  <a:ext uri="{FF2B5EF4-FFF2-40B4-BE49-F238E27FC236}">
                    <a16:creationId xmlns:a16="http://schemas.microsoft.com/office/drawing/2014/main" id="{AA6A8A39-39D4-41FE-9974-CB46106A73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2" name="Freeform 39">
                <a:extLst>
                  <a:ext uri="{FF2B5EF4-FFF2-40B4-BE49-F238E27FC236}">
                    <a16:creationId xmlns:a16="http://schemas.microsoft.com/office/drawing/2014/main" id="{433C6D82-AE91-4A0C-97C6-34399C908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3" name="Freeform 40">
                <a:extLst>
                  <a:ext uri="{FF2B5EF4-FFF2-40B4-BE49-F238E27FC236}">
                    <a16:creationId xmlns:a16="http://schemas.microsoft.com/office/drawing/2014/main" id="{D4C06E36-D233-423A-BC95-5B4D5BE35C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4" name="Rectangle 41">
                <a:extLst>
                  <a:ext uri="{FF2B5EF4-FFF2-40B4-BE49-F238E27FC236}">
                    <a16:creationId xmlns:a16="http://schemas.microsoft.com/office/drawing/2014/main" id="{E1B0EEC1-CF7A-4761-B477-941DB41A83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4872A0B-8668-4500-9509-EAA581B26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54" name="Rectangle 53">
              <a:extLst>
                <a:ext uri="{FF2B5EF4-FFF2-40B4-BE49-F238E27FC236}">
                  <a16:creationId xmlns:a16="http://schemas.microsoft.com/office/drawing/2014/main" id="{8B504305-5526-408E-85F7-F0BA7E527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5" name="Picture 2">
              <a:extLst>
                <a:ext uri="{FF2B5EF4-FFF2-40B4-BE49-F238E27FC236}">
                  <a16:creationId xmlns:a16="http://schemas.microsoft.com/office/drawing/2014/main" id="{5827CE64-2533-45A6-9A39-7D5052E5C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282E2332-730A-681B-6A42-EF9399671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8425" y="618518"/>
            <a:ext cx="4598985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időbeosztás</a:t>
            </a:r>
          </a:p>
        </p:txBody>
      </p:sp>
      <p:pic>
        <p:nvPicPr>
          <p:cNvPr id="5" name="Kép 4" descr="A naptár készítése a hatalom dolga - SZEMlélek">
            <a:extLst>
              <a:ext uri="{FF2B5EF4-FFF2-40B4-BE49-F238E27FC236}">
                <a16:creationId xmlns:a16="http://schemas.microsoft.com/office/drawing/2014/main" id="{0365A115-A729-F25C-7B4F-E2E824E00D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8174" b="-1"/>
          <a:stretch>
            <a:fillRect/>
          </a:stretch>
        </p:blipFill>
        <p:spPr>
          <a:xfrm>
            <a:off x="-5597" y="10"/>
            <a:ext cx="6101597" cy="6857990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240590EE-5428-41AA-95B2-96FCC1CE6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94DCC55-99C6-45CF-B357-E3848C809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9" name="Freeform 6">
              <a:extLst>
                <a:ext uri="{FF2B5EF4-FFF2-40B4-BE49-F238E27FC236}">
                  <a16:creationId xmlns:a16="http://schemas.microsoft.com/office/drawing/2014/main" id="{63D64E32-FF0C-4665-B9D8-D1ECAAE5BA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0" name="Freeform 7">
              <a:extLst>
                <a:ext uri="{FF2B5EF4-FFF2-40B4-BE49-F238E27FC236}">
                  <a16:creationId xmlns:a16="http://schemas.microsoft.com/office/drawing/2014/main" id="{3675001D-3840-4589-8190-505A7F52F0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9E34E87-395F-4023-A80E-D1CBAAEBD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2" name="Freeform 9">
              <a:extLst>
                <a:ext uri="{FF2B5EF4-FFF2-40B4-BE49-F238E27FC236}">
                  <a16:creationId xmlns:a16="http://schemas.microsoft.com/office/drawing/2014/main" id="{6FB1B38F-1B92-41C3-AA1D-6D6440FB0D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3" name="Freeform 10">
              <a:extLst>
                <a:ext uri="{FF2B5EF4-FFF2-40B4-BE49-F238E27FC236}">
                  <a16:creationId xmlns:a16="http://schemas.microsoft.com/office/drawing/2014/main" id="{02FBE453-FBD2-4348-8DDA-4A023444E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4" name="Freeform 11">
              <a:extLst>
                <a:ext uri="{FF2B5EF4-FFF2-40B4-BE49-F238E27FC236}">
                  <a16:creationId xmlns:a16="http://schemas.microsoft.com/office/drawing/2014/main" id="{60D719E8-BF78-4F42-B9D1-7F5E02A3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5" name="Freeform 12">
              <a:extLst>
                <a:ext uri="{FF2B5EF4-FFF2-40B4-BE49-F238E27FC236}">
                  <a16:creationId xmlns:a16="http://schemas.microsoft.com/office/drawing/2014/main" id="{5EC70737-9C19-4CF5-84DA-B22A960D53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6" name="Freeform 13">
              <a:extLst>
                <a:ext uri="{FF2B5EF4-FFF2-40B4-BE49-F238E27FC236}">
                  <a16:creationId xmlns:a16="http://schemas.microsoft.com/office/drawing/2014/main" id="{88FD042E-E56E-4360-9620-F811AB9A3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7" name="Freeform 14">
              <a:extLst>
                <a:ext uri="{FF2B5EF4-FFF2-40B4-BE49-F238E27FC236}">
                  <a16:creationId xmlns:a16="http://schemas.microsoft.com/office/drawing/2014/main" id="{18F15D2B-0812-46F6-B0F4-6A6714B54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8" name="Freeform 15">
              <a:extLst>
                <a:ext uri="{FF2B5EF4-FFF2-40B4-BE49-F238E27FC236}">
                  <a16:creationId xmlns:a16="http://schemas.microsoft.com/office/drawing/2014/main" id="{0C2F2A50-98DD-4F92-BDFE-B72E23576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9" name="Freeform 16">
              <a:extLst>
                <a:ext uri="{FF2B5EF4-FFF2-40B4-BE49-F238E27FC236}">
                  <a16:creationId xmlns:a16="http://schemas.microsoft.com/office/drawing/2014/main" id="{473541D9-6DAE-4718-97D4-8952F4E7C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70" name="Freeform 17">
              <a:extLst>
                <a:ext uri="{FF2B5EF4-FFF2-40B4-BE49-F238E27FC236}">
                  <a16:creationId xmlns:a16="http://schemas.microsoft.com/office/drawing/2014/main" id="{3A56C5E9-011C-44D2-AF94-3BF542043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71" name="Freeform 18">
              <a:extLst>
                <a:ext uri="{FF2B5EF4-FFF2-40B4-BE49-F238E27FC236}">
                  <a16:creationId xmlns:a16="http://schemas.microsoft.com/office/drawing/2014/main" id="{CD279E0E-1CD5-4F41-96A5-3A09707E8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72" name="Freeform 19">
              <a:extLst>
                <a:ext uri="{FF2B5EF4-FFF2-40B4-BE49-F238E27FC236}">
                  <a16:creationId xmlns:a16="http://schemas.microsoft.com/office/drawing/2014/main" id="{F5A6F094-9E54-4985-8738-D2067A4F0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73" name="Freeform 20">
              <a:extLst>
                <a:ext uri="{FF2B5EF4-FFF2-40B4-BE49-F238E27FC236}">
                  <a16:creationId xmlns:a16="http://schemas.microsoft.com/office/drawing/2014/main" id="{99D51F59-FA93-490E-B9CF-97BB63747C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74" name="Freeform 21">
              <a:extLst>
                <a:ext uri="{FF2B5EF4-FFF2-40B4-BE49-F238E27FC236}">
                  <a16:creationId xmlns:a16="http://schemas.microsoft.com/office/drawing/2014/main" id="{3CD83DC6-F4A0-4A4D-AAC3-83983F960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75" name="Freeform 22">
              <a:extLst>
                <a:ext uri="{FF2B5EF4-FFF2-40B4-BE49-F238E27FC236}">
                  <a16:creationId xmlns:a16="http://schemas.microsoft.com/office/drawing/2014/main" id="{6E9B4028-C74F-4631-8312-68B30E6E6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76" name="Freeform 23">
              <a:extLst>
                <a:ext uri="{FF2B5EF4-FFF2-40B4-BE49-F238E27FC236}">
                  <a16:creationId xmlns:a16="http://schemas.microsoft.com/office/drawing/2014/main" id="{1E3337C9-1DDE-4E2E-8519-7D2C23C95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77" name="Freeform 24">
              <a:extLst>
                <a:ext uri="{FF2B5EF4-FFF2-40B4-BE49-F238E27FC236}">
                  <a16:creationId xmlns:a16="http://schemas.microsoft.com/office/drawing/2014/main" id="{754A526E-6EC0-458A-9C4C-008F6749C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78" name="Freeform 25">
              <a:extLst>
                <a:ext uri="{FF2B5EF4-FFF2-40B4-BE49-F238E27FC236}">
                  <a16:creationId xmlns:a16="http://schemas.microsoft.com/office/drawing/2014/main" id="{6A3DA723-7448-48CF-8BD2-FED2D4FED5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79" name="Freeform 26">
              <a:extLst>
                <a:ext uri="{FF2B5EF4-FFF2-40B4-BE49-F238E27FC236}">
                  <a16:creationId xmlns:a16="http://schemas.microsoft.com/office/drawing/2014/main" id="{9B506EC1-D8A8-4532-B78B-A236567EE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80" name="Freeform 27">
              <a:extLst>
                <a:ext uri="{FF2B5EF4-FFF2-40B4-BE49-F238E27FC236}">
                  <a16:creationId xmlns:a16="http://schemas.microsoft.com/office/drawing/2014/main" id="{AA9DFB36-74F4-4977-ABC5-3257EDA33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81" name="Freeform 28">
              <a:extLst>
                <a:ext uri="{FF2B5EF4-FFF2-40B4-BE49-F238E27FC236}">
                  <a16:creationId xmlns:a16="http://schemas.microsoft.com/office/drawing/2014/main" id="{966A7FBA-BB79-4AF0-90C2-5F2BC9F2D1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82" name="Freeform 29">
              <a:extLst>
                <a:ext uri="{FF2B5EF4-FFF2-40B4-BE49-F238E27FC236}">
                  <a16:creationId xmlns:a16="http://schemas.microsoft.com/office/drawing/2014/main" id="{23BB8A47-FF1B-44E5-8D93-7ADF37F1D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83" name="Freeform 30">
              <a:extLst>
                <a:ext uri="{FF2B5EF4-FFF2-40B4-BE49-F238E27FC236}">
                  <a16:creationId xmlns:a16="http://schemas.microsoft.com/office/drawing/2014/main" id="{E463E1B7-7BED-4425-95B7-F6F75F8733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84" name="Freeform 31">
              <a:extLst>
                <a:ext uri="{FF2B5EF4-FFF2-40B4-BE49-F238E27FC236}">
                  <a16:creationId xmlns:a16="http://schemas.microsoft.com/office/drawing/2014/main" id="{749D0675-4397-4610-9807-2F7C1CC942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85" name="Freeform 32">
              <a:extLst>
                <a:ext uri="{FF2B5EF4-FFF2-40B4-BE49-F238E27FC236}">
                  <a16:creationId xmlns:a16="http://schemas.microsoft.com/office/drawing/2014/main" id="{DE7617CF-8919-43C3-9557-08D67C7DA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3DB68720-7E37-4930-9900-8632140D6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87" name="Freeform 34">
              <a:extLst>
                <a:ext uri="{FF2B5EF4-FFF2-40B4-BE49-F238E27FC236}">
                  <a16:creationId xmlns:a16="http://schemas.microsoft.com/office/drawing/2014/main" id="{202F13DF-5B76-468E-A95E-80780788B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88" name="Freeform 35">
              <a:extLst>
                <a:ext uri="{FF2B5EF4-FFF2-40B4-BE49-F238E27FC236}">
                  <a16:creationId xmlns:a16="http://schemas.microsoft.com/office/drawing/2014/main" id="{219143C2-6062-4C2C-9563-6534108E35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89" name="Freeform 36">
              <a:extLst>
                <a:ext uri="{FF2B5EF4-FFF2-40B4-BE49-F238E27FC236}">
                  <a16:creationId xmlns:a16="http://schemas.microsoft.com/office/drawing/2014/main" id="{38413A0C-26DB-479B-B747-1D8136100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90" name="Freeform 37">
              <a:extLst>
                <a:ext uri="{FF2B5EF4-FFF2-40B4-BE49-F238E27FC236}">
                  <a16:creationId xmlns:a16="http://schemas.microsoft.com/office/drawing/2014/main" id="{CB526B5F-4FAA-4B4C-8AF8-B98EC74A3D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91" name="Freeform 38">
              <a:extLst>
                <a:ext uri="{FF2B5EF4-FFF2-40B4-BE49-F238E27FC236}">
                  <a16:creationId xmlns:a16="http://schemas.microsoft.com/office/drawing/2014/main" id="{54FFF88E-6D69-4AE9-8378-D16419155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92" name="Freeform 39">
              <a:extLst>
                <a:ext uri="{FF2B5EF4-FFF2-40B4-BE49-F238E27FC236}">
                  <a16:creationId xmlns:a16="http://schemas.microsoft.com/office/drawing/2014/main" id="{8008115A-CE00-4E36-BAF1-B511F21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93" name="Freeform 40">
              <a:extLst>
                <a:ext uri="{FF2B5EF4-FFF2-40B4-BE49-F238E27FC236}">
                  <a16:creationId xmlns:a16="http://schemas.microsoft.com/office/drawing/2014/main" id="{2935DB29-6F85-47D8-863C-11386389D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94" name="Freeform 41">
              <a:extLst>
                <a:ext uri="{FF2B5EF4-FFF2-40B4-BE49-F238E27FC236}">
                  <a16:creationId xmlns:a16="http://schemas.microsoft.com/office/drawing/2014/main" id="{4FB8E51B-1AC1-4671-B181-473C29BECD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95" name="Freeform 42">
              <a:extLst>
                <a:ext uri="{FF2B5EF4-FFF2-40B4-BE49-F238E27FC236}">
                  <a16:creationId xmlns:a16="http://schemas.microsoft.com/office/drawing/2014/main" id="{91E6AE4F-959F-4ED7-A199-8C0307E40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96" name="Freeform 43">
              <a:extLst>
                <a:ext uri="{FF2B5EF4-FFF2-40B4-BE49-F238E27FC236}">
                  <a16:creationId xmlns:a16="http://schemas.microsoft.com/office/drawing/2014/main" id="{A0445E55-0009-44A5-AA6A-350D9D48A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97" name="Freeform 44">
              <a:extLst>
                <a:ext uri="{FF2B5EF4-FFF2-40B4-BE49-F238E27FC236}">
                  <a16:creationId xmlns:a16="http://schemas.microsoft.com/office/drawing/2014/main" id="{B5291C75-4ECA-4829-B824-5725C32905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6793376D-3E7C-4F04-8BC8-EC4820622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99" name="Freeform 46">
              <a:extLst>
                <a:ext uri="{FF2B5EF4-FFF2-40B4-BE49-F238E27FC236}">
                  <a16:creationId xmlns:a16="http://schemas.microsoft.com/office/drawing/2014/main" id="{3596510A-5528-445D-AFEA-6E3F89BA8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00" name="Freeform 47">
              <a:extLst>
                <a:ext uri="{FF2B5EF4-FFF2-40B4-BE49-F238E27FC236}">
                  <a16:creationId xmlns:a16="http://schemas.microsoft.com/office/drawing/2014/main" id="{E1B69479-D8C9-4E2E-A931-4D49C4FD7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01" name="Freeform 48">
              <a:extLst>
                <a:ext uri="{FF2B5EF4-FFF2-40B4-BE49-F238E27FC236}">
                  <a16:creationId xmlns:a16="http://schemas.microsoft.com/office/drawing/2014/main" id="{0A759A2E-A8B1-44C8-B3F9-A16714C895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02" name="Freeform 49">
              <a:extLst>
                <a:ext uri="{FF2B5EF4-FFF2-40B4-BE49-F238E27FC236}">
                  <a16:creationId xmlns:a16="http://schemas.microsoft.com/office/drawing/2014/main" id="{6C2B3B3C-1DC9-4352-BB73-801976C8F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03" name="Freeform 50">
              <a:extLst>
                <a:ext uri="{FF2B5EF4-FFF2-40B4-BE49-F238E27FC236}">
                  <a16:creationId xmlns:a16="http://schemas.microsoft.com/office/drawing/2014/main" id="{EE22E3A8-5789-4189-9AC7-98D6826B0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04" name="Freeform 51">
              <a:extLst>
                <a:ext uri="{FF2B5EF4-FFF2-40B4-BE49-F238E27FC236}">
                  <a16:creationId xmlns:a16="http://schemas.microsoft.com/office/drawing/2014/main" id="{9AC0FC74-D003-4D0D-9CAF-F6A03739E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05" name="Freeform 52">
              <a:extLst>
                <a:ext uri="{FF2B5EF4-FFF2-40B4-BE49-F238E27FC236}">
                  <a16:creationId xmlns:a16="http://schemas.microsoft.com/office/drawing/2014/main" id="{126C2057-02E1-4348-ABEB-EAC063A17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06" name="Freeform 53">
              <a:extLst>
                <a:ext uri="{FF2B5EF4-FFF2-40B4-BE49-F238E27FC236}">
                  <a16:creationId xmlns:a16="http://schemas.microsoft.com/office/drawing/2014/main" id="{5150586D-D743-4392-844F-F2AFCCE64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07" name="Freeform 54">
              <a:extLst>
                <a:ext uri="{FF2B5EF4-FFF2-40B4-BE49-F238E27FC236}">
                  <a16:creationId xmlns:a16="http://schemas.microsoft.com/office/drawing/2014/main" id="{9E5B157A-534E-4879-8013-D02864E76F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08" name="Freeform 55">
              <a:extLst>
                <a:ext uri="{FF2B5EF4-FFF2-40B4-BE49-F238E27FC236}">
                  <a16:creationId xmlns:a16="http://schemas.microsoft.com/office/drawing/2014/main" id="{CEE2DD73-7E8C-4F26-8E93-8C32D11B26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09" name="Freeform 56">
              <a:extLst>
                <a:ext uri="{FF2B5EF4-FFF2-40B4-BE49-F238E27FC236}">
                  <a16:creationId xmlns:a16="http://schemas.microsoft.com/office/drawing/2014/main" id="{908CAC5F-DD8E-4A58-BD4C-6D8D29FA49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10" name="Freeform 57">
              <a:extLst>
                <a:ext uri="{FF2B5EF4-FFF2-40B4-BE49-F238E27FC236}">
                  <a16:creationId xmlns:a16="http://schemas.microsoft.com/office/drawing/2014/main" id="{20F130CF-281E-408C-9884-5F8B22CA1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11" name="Freeform 58">
              <a:extLst>
                <a:ext uri="{FF2B5EF4-FFF2-40B4-BE49-F238E27FC236}">
                  <a16:creationId xmlns:a16="http://schemas.microsoft.com/office/drawing/2014/main" id="{3BC78068-9115-4D5D-9B2B-6F9BD9C296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B0503CC-42D5-1B50-E021-9552F0FAB2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48425" y="2249487"/>
            <a:ext cx="4598986" cy="3541714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Március 24- Április 10: tervezés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Április 11 – Április 25: technikai szünet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Április 27 – Május 1: információ gyűjtés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Május 2 – Május 12: megvalósítás</a:t>
            </a:r>
          </a:p>
        </p:txBody>
      </p:sp>
    </p:spTree>
    <p:extLst>
      <p:ext uri="{BB962C8B-B14F-4D97-AF65-F5344CB8AC3E}">
        <p14:creationId xmlns:p14="http://schemas.microsoft.com/office/powerpoint/2010/main" val="2352716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67A4A57-FDC6-DDA4-DF39-95ED75ECB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Munkamegosztás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BBB1570-E52C-2871-00EB-0EC964FE6F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Wicha Zalán</a:t>
            </a:r>
          </a:p>
          <a:p>
            <a:r>
              <a:rPr lang="hu-HU" dirty="0" err="1"/>
              <a:t>Html</a:t>
            </a:r>
            <a:endParaRPr lang="hu-HU" dirty="0"/>
          </a:p>
          <a:p>
            <a:r>
              <a:rPr lang="hu-HU" dirty="0" err="1"/>
              <a:t>Css</a:t>
            </a:r>
            <a:endParaRPr lang="hu-HU" dirty="0"/>
          </a:p>
          <a:p>
            <a:r>
              <a:rPr lang="hu-HU" dirty="0" err="1"/>
              <a:t>Js</a:t>
            </a:r>
            <a:endParaRPr lang="hu-HU" dirty="0"/>
          </a:p>
          <a:p>
            <a:r>
              <a:rPr lang="hu-HU" dirty="0" err="1"/>
              <a:t>Github</a:t>
            </a:r>
            <a:endParaRPr lang="hu-HU" dirty="0"/>
          </a:p>
          <a:p>
            <a:r>
              <a:rPr lang="hu-HU" dirty="0" err="1"/>
              <a:t>Trello</a:t>
            </a:r>
            <a:endParaRPr lang="hu-HU" dirty="0"/>
          </a:p>
          <a:p>
            <a:r>
              <a:rPr lang="hu-HU" dirty="0" err="1"/>
              <a:t>Ppt</a:t>
            </a:r>
            <a:endParaRPr lang="hu-HU"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50D9816-F572-AA7C-2493-DCB493307F1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Molnár Milán</a:t>
            </a:r>
          </a:p>
          <a:p>
            <a:r>
              <a:rPr lang="hu-HU" dirty="0" err="1"/>
              <a:t>Html</a:t>
            </a:r>
            <a:endParaRPr lang="hu-HU" dirty="0"/>
          </a:p>
          <a:p>
            <a:r>
              <a:rPr lang="hu-HU" dirty="0" err="1"/>
              <a:t>Css</a:t>
            </a:r>
            <a:endParaRPr lang="hu-HU" dirty="0"/>
          </a:p>
          <a:p>
            <a:r>
              <a:rPr lang="hu-HU" dirty="0" err="1"/>
              <a:t>Js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350337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4D0856A-5A55-DF1B-2885-DAF615E46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Köszönjük </a:t>
            </a:r>
            <a:r>
              <a:rPr lang="hu-HU" dirty="0"/>
              <a:t>a figyelmet!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A1E9430-B853-09E1-CAC3-3FD6A5266E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306922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Áramkör">
  <a:themeElements>
    <a:clrScheme name="Áramkör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Áramkör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Áramkör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Áramkör</Template>
  <TotalTime>46</TotalTime>
  <Words>80</Words>
  <Application>Microsoft Office PowerPoint</Application>
  <PresentationFormat>Szélesvásznú</PresentationFormat>
  <Paragraphs>33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9" baseType="lpstr">
      <vt:lpstr>Arial</vt:lpstr>
      <vt:lpstr>Tw Cen MT</vt:lpstr>
      <vt:lpstr>Áramkör</vt:lpstr>
      <vt:lpstr>AZ Ai felhasználása</vt:lpstr>
      <vt:lpstr>Használt ezközök</vt:lpstr>
      <vt:lpstr>Ai használata</vt:lpstr>
      <vt:lpstr>időbeosztás</vt:lpstr>
      <vt:lpstr>Munkamegosztás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Zalán Wicha</dc:creator>
  <cp:lastModifiedBy>Zalán Wicha</cp:lastModifiedBy>
  <cp:revision>2</cp:revision>
  <dcterms:created xsi:type="dcterms:W3CDTF">2026-05-12T19:56:23Z</dcterms:created>
  <dcterms:modified xsi:type="dcterms:W3CDTF">2026-05-12T20:43:13Z</dcterms:modified>
</cp:coreProperties>
</file>
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8" r:id="rId3"/>
    <p:sldId id="262" r:id="rId4"/>
    <p:sldId id="259" r:id="rId5"/>
    <p:sldId id="261" r:id="rId6"/>
    <p:sldId id="263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Cím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hu-HU"/>
              <a:t>Kattintson ide az alcím mintájának szerkesztéséhez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474031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ím és tartal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6509957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zakaszfejléc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7139439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tartalomrés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2551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Összehasonlít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644034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Csak cí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16823542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Ür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513621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artalomrész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2465209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268320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ámakép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180214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ím és képaláírá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23299820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dézet képaláíráss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3257652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évkárty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90112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6783695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képhasáb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hu-HU"/>
              <a:t>Kép beszúrásához kattintson az ikonra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hu-HU"/>
              <a:t>Mintaszöveg szerkesztése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42769296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Cím és függőlege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07860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Függőleges cím és szöv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hu-HU"/>
              <a:t>Mintacím szerkesztése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13693412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hu-HU"/>
              <a:t>Mintaszöveg szerkesztése</a:t>
            </a:r>
          </a:p>
          <a:p>
            <a:pPr lvl="1"/>
            <a:r>
              <a:rPr lang="hu-HU"/>
              <a:t>Második szint</a:t>
            </a:r>
          </a:p>
          <a:p>
            <a:pPr lvl="2"/>
            <a:r>
              <a:rPr lang="hu-HU"/>
              <a:t>Harmadik szint</a:t>
            </a:r>
          </a:p>
          <a:p>
            <a:pPr lvl="3"/>
            <a:r>
              <a:rPr lang="hu-HU"/>
              <a:t>Negyedik szint</a:t>
            </a:r>
          </a:p>
          <a:p>
            <a:pPr lvl="4"/>
            <a:r>
              <a:rPr lang="hu-HU"/>
              <a:t>Ötödik szint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6BA365D-9D6C-4324-BC0D-8D3506C32200}" type="datetimeFigureOut">
              <a:rPr lang="hu-HU" smtClean="0"/>
              <a:t>2026. 05. 12.</a:t>
            </a:fld>
            <a:endParaRPr lang="hu-H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hu-H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424D093-5C95-4B11-881A-9C31432500B2}" type="slidenum">
              <a:rPr lang="hu-HU" smtClean="0"/>
              <a:t>‹#›</a:t>
            </a:fld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9021996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26ECBD7-90DA-2250-3D54-01326E01E36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hu-HU" dirty="0"/>
              <a:t>AZ </a:t>
            </a:r>
            <a:r>
              <a:rPr lang="hu-HU" dirty="0" err="1"/>
              <a:t>Ai</a:t>
            </a:r>
            <a:r>
              <a:rPr lang="hu-HU" dirty="0"/>
              <a:t> felhasználása</a:t>
            </a:r>
          </a:p>
        </p:txBody>
      </p:sp>
      <p:sp>
        <p:nvSpPr>
          <p:cNvPr id="3" name="Alcím 2">
            <a:extLst>
              <a:ext uri="{FF2B5EF4-FFF2-40B4-BE49-F238E27FC236}">
                <a16:creationId xmlns:a16="http://schemas.microsoft.com/office/drawing/2014/main" id="{193886AD-B790-5F96-C8FA-44F292944B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hu-HU" dirty="0"/>
              <a:t>Készítette: Wicha Zalán és Molnár Milán</a:t>
            </a:r>
          </a:p>
        </p:txBody>
      </p:sp>
    </p:spTree>
    <p:extLst>
      <p:ext uri="{BB962C8B-B14F-4D97-AF65-F5344CB8AC3E}">
        <p14:creationId xmlns:p14="http://schemas.microsoft.com/office/powerpoint/2010/main" val="4106217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9FBB3149-8289-4060-BB01-ED3047C531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3BAEF7DA-43C4-4736-B5A3-B48E6125AB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A909436B-313B-4D27-BD55-E8303EF451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" name="Rectangle 5">
                <a:extLst>
                  <a:ext uri="{FF2B5EF4-FFF2-40B4-BE49-F238E27FC236}">
                    <a16:creationId xmlns:a16="http://schemas.microsoft.com/office/drawing/2014/main" id="{758BC0E2-32D9-41ED-907C-DA3C4A698EF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5" name="Freeform 6">
                <a:extLst>
                  <a:ext uri="{FF2B5EF4-FFF2-40B4-BE49-F238E27FC236}">
                    <a16:creationId xmlns:a16="http://schemas.microsoft.com/office/drawing/2014/main" id="{41E486E5-1757-4896-A762-4D0BE33091A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6" name="Freeform 7">
                <a:extLst>
                  <a:ext uri="{FF2B5EF4-FFF2-40B4-BE49-F238E27FC236}">
                    <a16:creationId xmlns:a16="http://schemas.microsoft.com/office/drawing/2014/main" id="{5812B4BD-11B4-43E6-B3D0-1F424A9FD8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7" name="Freeform 8">
                <a:extLst>
                  <a:ext uri="{FF2B5EF4-FFF2-40B4-BE49-F238E27FC236}">
                    <a16:creationId xmlns:a16="http://schemas.microsoft.com/office/drawing/2014/main" id="{6A0E1D38-C2A3-42C9-920D-F40319CE16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8" name="Freeform 9">
                <a:extLst>
                  <a:ext uri="{FF2B5EF4-FFF2-40B4-BE49-F238E27FC236}">
                    <a16:creationId xmlns:a16="http://schemas.microsoft.com/office/drawing/2014/main" id="{3FAF6AF3-9B01-4BEB-BB6B-08B34851198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9" name="Freeform 10">
                <a:extLst>
                  <a:ext uri="{FF2B5EF4-FFF2-40B4-BE49-F238E27FC236}">
                    <a16:creationId xmlns:a16="http://schemas.microsoft.com/office/drawing/2014/main" id="{53F7FADA-61E9-4AAB-BED8-D6FD1BB545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0" name="Freeform 11">
                <a:extLst>
                  <a:ext uri="{FF2B5EF4-FFF2-40B4-BE49-F238E27FC236}">
                    <a16:creationId xmlns:a16="http://schemas.microsoft.com/office/drawing/2014/main" id="{46419F9F-3EEC-45FF-98BB-4F20D5347E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1" name="Freeform 12">
                <a:extLst>
                  <a:ext uri="{FF2B5EF4-FFF2-40B4-BE49-F238E27FC236}">
                    <a16:creationId xmlns:a16="http://schemas.microsoft.com/office/drawing/2014/main" id="{1E081BCD-31AF-4E94-966D-497357D221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2" name="Freeform 13">
                <a:extLst>
                  <a:ext uri="{FF2B5EF4-FFF2-40B4-BE49-F238E27FC236}">
                    <a16:creationId xmlns:a16="http://schemas.microsoft.com/office/drawing/2014/main" id="{5082EAA7-B95F-462F-8307-2C9EC1C35A7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3" name="Freeform 14">
                <a:extLst>
                  <a:ext uri="{FF2B5EF4-FFF2-40B4-BE49-F238E27FC236}">
                    <a16:creationId xmlns:a16="http://schemas.microsoft.com/office/drawing/2014/main" id="{E9A57125-4B73-448E-B7B7-94380A928D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4" name="Freeform 15">
                <a:extLst>
                  <a:ext uri="{FF2B5EF4-FFF2-40B4-BE49-F238E27FC236}">
                    <a16:creationId xmlns:a16="http://schemas.microsoft.com/office/drawing/2014/main" id="{7290E834-81F0-42A1-B66B-33D45805739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5" name="Line 16">
                <a:extLst>
                  <a:ext uri="{FF2B5EF4-FFF2-40B4-BE49-F238E27FC236}">
                    <a16:creationId xmlns:a16="http://schemas.microsoft.com/office/drawing/2014/main" id="{C9FA5563-6ED2-4EAC-A8ED-DF71850ACD9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6" name="Freeform 17">
                <a:extLst>
                  <a:ext uri="{FF2B5EF4-FFF2-40B4-BE49-F238E27FC236}">
                    <a16:creationId xmlns:a16="http://schemas.microsoft.com/office/drawing/2014/main" id="{50479572-5CA3-41F4-8BDC-F039335C2C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7" name="Freeform 18">
                <a:extLst>
                  <a:ext uri="{FF2B5EF4-FFF2-40B4-BE49-F238E27FC236}">
                    <a16:creationId xmlns:a16="http://schemas.microsoft.com/office/drawing/2014/main" id="{4156CB6F-DF65-4A51-A840-7A4177BDF6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8" name="Freeform 19">
                <a:extLst>
                  <a:ext uri="{FF2B5EF4-FFF2-40B4-BE49-F238E27FC236}">
                    <a16:creationId xmlns:a16="http://schemas.microsoft.com/office/drawing/2014/main" id="{9252974F-88C0-4CAA-A42D-E94E2B7A6D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9" name="Freeform 20">
                <a:extLst>
                  <a:ext uri="{FF2B5EF4-FFF2-40B4-BE49-F238E27FC236}">
                    <a16:creationId xmlns:a16="http://schemas.microsoft.com/office/drawing/2014/main" id="{DE3974B2-2875-4AFE-A30A-6EE823E5799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0" name="Rectangle 21">
                <a:extLst>
                  <a:ext uri="{FF2B5EF4-FFF2-40B4-BE49-F238E27FC236}">
                    <a16:creationId xmlns:a16="http://schemas.microsoft.com/office/drawing/2014/main" id="{948A52FE-E1B0-4297-BBBE-C860B4E3D3F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1" name="Freeform 22">
                <a:extLst>
                  <a:ext uri="{FF2B5EF4-FFF2-40B4-BE49-F238E27FC236}">
                    <a16:creationId xmlns:a16="http://schemas.microsoft.com/office/drawing/2014/main" id="{C6E71B5D-6B02-417C-A0CF-4447C55F27E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2" name="Freeform 23">
                <a:extLst>
                  <a:ext uri="{FF2B5EF4-FFF2-40B4-BE49-F238E27FC236}">
                    <a16:creationId xmlns:a16="http://schemas.microsoft.com/office/drawing/2014/main" id="{0FB94710-B373-451B-84A2-947DDB4564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4E47778B-FD55-4A2C-A53F-E548158C897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DA2A4F49-8FC4-4F12-8707-A6CC117E588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5" name="Freeform 26">
                <a:extLst>
                  <a:ext uri="{FF2B5EF4-FFF2-40B4-BE49-F238E27FC236}">
                    <a16:creationId xmlns:a16="http://schemas.microsoft.com/office/drawing/2014/main" id="{2293D140-51FA-484D-8464-785D8FD3DD6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AA66B21A-3C7F-426E-9C38-C0D6AEF130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7" name="Freeform 28">
                <a:extLst>
                  <a:ext uri="{FF2B5EF4-FFF2-40B4-BE49-F238E27FC236}">
                    <a16:creationId xmlns:a16="http://schemas.microsoft.com/office/drawing/2014/main" id="{F22F8B0E-04B8-4D29-9E19-CACDAE6ABD0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8" name="Freeform 29">
                <a:extLst>
                  <a:ext uri="{FF2B5EF4-FFF2-40B4-BE49-F238E27FC236}">
                    <a16:creationId xmlns:a16="http://schemas.microsoft.com/office/drawing/2014/main" id="{E0D8C2CC-1759-4605-B3C9-DA4B1EF2509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9" name="Freeform 30">
                <a:extLst>
                  <a:ext uri="{FF2B5EF4-FFF2-40B4-BE49-F238E27FC236}">
                    <a16:creationId xmlns:a16="http://schemas.microsoft.com/office/drawing/2014/main" id="{547A4BC3-AA95-4A78-AC23-65A4CE843B0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50" name="Freeform 31">
                <a:extLst>
                  <a:ext uri="{FF2B5EF4-FFF2-40B4-BE49-F238E27FC236}">
                    <a16:creationId xmlns:a16="http://schemas.microsoft.com/office/drawing/2014/main" id="{93059BC9-C7C3-41F9-8BBA-7BF49FF602B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F335FE01-8192-4D2A-93F8-2F680F728C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4" name="Freeform 32">
                <a:extLst>
                  <a:ext uri="{FF2B5EF4-FFF2-40B4-BE49-F238E27FC236}">
                    <a16:creationId xmlns:a16="http://schemas.microsoft.com/office/drawing/2014/main" id="{A150A82A-9896-4D5B-BAA5-0A7ECD0789A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5" name="Freeform 33">
                <a:extLst>
                  <a:ext uri="{FF2B5EF4-FFF2-40B4-BE49-F238E27FC236}">
                    <a16:creationId xmlns:a16="http://schemas.microsoft.com/office/drawing/2014/main" id="{82641EF7-9CDB-40BE-A964-13F866165C3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" name="Freeform 34">
                <a:extLst>
                  <a:ext uri="{FF2B5EF4-FFF2-40B4-BE49-F238E27FC236}">
                    <a16:creationId xmlns:a16="http://schemas.microsoft.com/office/drawing/2014/main" id="{A1D1CF16-B5BD-4021-9BA9-637569FC80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7" name="Freeform 35">
                <a:extLst>
                  <a:ext uri="{FF2B5EF4-FFF2-40B4-BE49-F238E27FC236}">
                    <a16:creationId xmlns:a16="http://schemas.microsoft.com/office/drawing/2014/main" id="{FF13F72C-CC27-48A0-AC55-686AB9153E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8" name="Freeform 36">
                <a:extLst>
                  <a:ext uri="{FF2B5EF4-FFF2-40B4-BE49-F238E27FC236}">
                    <a16:creationId xmlns:a16="http://schemas.microsoft.com/office/drawing/2014/main" id="{0EC3BA8B-33ED-483D-935C-170AD0C4DC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9" name="Freeform 37">
                <a:extLst>
                  <a:ext uri="{FF2B5EF4-FFF2-40B4-BE49-F238E27FC236}">
                    <a16:creationId xmlns:a16="http://schemas.microsoft.com/office/drawing/2014/main" id="{C4C451E6-48CE-4642-B51D-FE44840872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0" name="Freeform 38">
                <a:extLst>
                  <a:ext uri="{FF2B5EF4-FFF2-40B4-BE49-F238E27FC236}">
                    <a16:creationId xmlns:a16="http://schemas.microsoft.com/office/drawing/2014/main" id="{0F88F098-E44C-4A45-AE2B-595A7B85275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1" name="Freeform 39">
                <a:extLst>
                  <a:ext uri="{FF2B5EF4-FFF2-40B4-BE49-F238E27FC236}">
                    <a16:creationId xmlns:a16="http://schemas.microsoft.com/office/drawing/2014/main" id="{5B782B5D-8B67-4CD5-A0B3-8067BBB3286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2" name="Freeform 40">
                <a:extLst>
                  <a:ext uri="{FF2B5EF4-FFF2-40B4-BE49-F238E27FC236}">
                    <a16:creationId xmlns:a16="http://schemas.microsoft.com/office/drawing/2014/main" id="{897A4906-0942-4CD6-840D-0915E0C4D0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3" name="Rectangle 41">
                <a:extLst>
                  <a:ext uri="{FF2B5EF4-FFF2-40B4-BE49-F238E27FC236}">
                    <a16:creationId xmlns:a16="http://schemas.microsoft.com/office/drawing/2014/main" id="{D1131789-2DD5-462E-9FC9-E25021F5CF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</p:grpSp>
      <p:sp>
        <p:nvSpPr>
          <p:cNvPr id="204" name="Rectangle 51">
            <a:extLst>
              <a:ext uri="{FF2B5EF4-FFF2-40B4-BE49-F238E27FC236}">
                <a16:creationId xmlns:a16="http://schemas.microsoft.com/office/drawing/2014/main" id="{6BFC9644-673A-459F-B3C5-9310A4E50E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5" name="Group 53">
            <a:extLst>
              <a:ext uri="{FF2B5EF4-FFF2-40B4-BE49-F238E27FC236}">
                <a16:creationId xmlns:a16="http://schemas.microsoft.com/office/drawing/2014/main" id="{4ADB9295-9645-4BF2-ADFD-75800B7FAD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55" name="Rectangle 5">
              <a:extLst>
                <a:ext uri="{FF2B5EF4-FFF2-40B4-BE49-F238E27FC236}">
                  <a16:creationId xmlns:a16="http://schemas.microsoft.com/office/drawing/2014/main" id="{95B061E9-E435-4E1B-B160-96584A1166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6" name="Freeform 6">
              <a:extLst>
                <a:ext uri="{FF2B5EF4-FFF2-40B4-BE49-F238E27FC236}">
                  <a16:creationId xmlns:a16="http://schemas.microsoft.com/office/drawing/2014/main" id="{3CD7972E-7D38-40EE-A80B-E2A848811E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7" name="Freeform 7">
              <a:extLst>
                <a:ext uri="{FF2B5EF4-FFF2-40B4-BE49-F238E27FC236}">
                  <a16:creationId xmlns:a16="http://schemas.microsoft.com/office/drawing/2014/main" id="{524A3B55-746F-419F-8CFF-5F3A4BE143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8" name="Freeform 8">
              <a:extLst>
                <a:ext uri="{FF2B5EF4-FFF2-40B4-BE49-F238E27FC236}">
                  <a16:creationId xmlns:a16="http://schemas.microsoft.com/office/drawing/2014/main" id="{9C63219B-AD72-4494-935E-F5C70DB5497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9" name="Freeform 9">
              <a:extLst>
                <a:ext uri="{FF2B5EF4-FFF2-40B4-BE49-F238E27FC236}">
                  <a16:creationId xmlns:a16="http://schemas.microsoft.com/office/drawing/2014/main" id="{15B41FD2-05E2-44E7-8760-09E65D1C60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0" name="Freeform 10">
              <a:extLst>
                <a:ext uri="{FF2B5EF4-FFF2-40B4-BE49-F238E27FC236}">
                  <a16:creationId xmlns:a16="http://schemas.microsoft.com/office/drawing/2014/main" id="{FE6D63D0-3347-4EE2-8F65-F1C32168FA2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1" name="Freeform 11">
              <a:extLst>
                <a:ext uri="{FF2B5EF4-FFF2-40B4-BE49-F238E27FC236}">
                  <a16:creationId xmlns:a16="http://schemas.microsoft.com/office/drawing/2014/main" id="{538A46A3-DB16-45D5-B636-03EFE39FE9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2" name="Freeform 12">
              <a:extLst>
                <a:ext uri="{FF2B5EF4-FFF2-40B4-BE49-F238E27FC236}">
                  <a16:creationId xmlns:a16="http://schemas.microsoft.com/office/drawing/2014/main" id="{0B8A2B0E-823F-4BE8-9359-45143BB124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3" name="Freeform 13">
              <a:extLst>
                <a:ext uri="{FF2B5EF4-FFF2-40B4-BE49-F238E27FC236}">
                  <a16:creationId xmlns:a16="http://schemas.microsoft.com/office/drawing/2014/main" id="{44516B3C-A8BE-46FC-B643-3DFEB7F283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4" name="Freeform 14">
              <a:extLst>
                <a:ext uri="{FF2B5EF4-FFF2-40B4-BE49-F238E27FC236}">
                  <a16:creationId xmlns:a16="http://schemas.microsoft.com/office/drawing/2014/main" id="{59FD699C-3920-4E57-BE27-165A3F036C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5" name="Freeform 15">
              <a:extLst>
                <a:ext uri="{FF2B5EF4-FFF2-40B4-BE49-F238E27FC236}">
                  <a16:creationId xmlns:a16="http://schemas.microsoft.com/office/drawing/2014/main" id="{0FB0C02E-3F53-4889-8ADF-80DBC43F69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6" name="Line 16">
              <a:extLst>
                <a:ext uri="{FF2B5EF4-FFF2-40B4-BE49-F238E27FC236}">
                  <a16:creationId xmlns:a16="http://schemas.microsoft.com/office/drawing/2014/main" id="{F8A0C89C-946F-4BCD-8A27-BB73E37FE5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17" name="Freeform 17">
              <a:extLst>
                <a:ext uri="{FF2B5EF4-FFF2-40B4-BE49-F238E27FC236}">
                  <a16:creationId xmlns:a16="http://schemas.microsoft.com/office/drawing/2014/main" id="{70C83EAF-4E92-4849-A240-B257871DC0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8" name="Freeform 18">
              <a:extLst>
                <a:ext uri="{FF2B5EF4-FFF2-40B4-BE49-F238E27FC236}">
                  <a16:creationId xmlns:a16="http://schemas.microsoft.com/office/drawing/2014/main" id="{320FD164-4D7A-469C-B3F4-B926BFACF5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9" name="Freeform 19">
              <a:extLst>
                <a:ext uri="{FF2B5EF4-FFF2-40B4-BE49-F238E27FC236}">
                  <a16:creationId xmlns:a16="http://schemas.microsoft.com/office/drawing/2014/main" id="{F6E14D9A-4E63-48FF-95C5-9E8DDFF86C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0" name="Freeform 20">
              <a:extLst>
                <a:ext uri="{FF2B5EF4-FFF2-40B4-BE49-F238E27FC236}">
                  <a16:creationId xmlns:a16="http://schemas.microsoft.com/office/drawing/2014/main" id="{F3DCD24F-3CA8-4404-B22C-E4C928995F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1" name="Rectangle 21">
              <a:extLst>
                <a:ext uri="{FF2B5EF4-FFF2-40B4-BE49-F238E27FC236}">
                  <a16:creationId xmlns:a16="http://schemas.microsoft.com/office/drawing/2014/main" id="{8AD2E827-32A3-4BE4-9CC6-8315629177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2" name="Freeform 22">
              <a:extLst>
                <a:ext uri="{FF2B5EF4-FFF2-40B4-BE49-F238E27FC236}">
                  <a16:creationId xmlns:a16="http://schemas.microsoft.com/office/drawing/2014/main" id="{47FB2CCC-1230-494F-B2D1-F05E5B8EDF5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3" name="Freeform 23">
              <a:extLst>
                <a:ext uri="{FF2B5EF4-FFF2-40B4-BE49-F238E27FC236}">
                  <a16:creationId xmlns:a16="http://schemas.microsoft.com/office/drawing/2014/main" id="{A5F44514-9274-47E3-9243-CA9356C166B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4" name="Freeform 24">
              <a:extLst>
                <a:ext uri="{FF2B5EF4-FFF2-40B4-BE49-F238E27FC236}">
                  <a16:creationId xmlns:a16="http://schemas.microsoft.com/office/drawing/2014/main" id="{D06192CD-AD86-4DCA-8B53-4ACCA46583A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5" name="Freeform 25">
              <a:extLst>
                <a:ext uri="{FF2B5EF4-FFF2-40B4-BE49-F238E27FC236}">
                  <a16:creationId xmlns:a16="http://schemas.microsoft.com/office/drawing/2014/main" id="{99E9203A-21E4-46D8-981A-4B28CA320A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6" name="Freeform 26">
              <a:extLst>
                <a:ext uri="{FF2B5EF4-FFF2-40B4-BE49-F238E27FC236}">
                  <a16:creationId xmlns:a16="http://schemas.microsoft.com/office/drawing/2014/main" id="{32FCE9B6-FB52-4045-8DCC-E5959B9A40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7" name="Freeform 27">
              <a:extLst>
                <a:ext uri="{FF2B5EF4-FFF2-40B4-BE49-F238E27FC236}">
                  <a16:creationId xmlns:a16="http://schemas.microsoft.com/office/drawing/2014/main" id="{E4A7025C-CDE8-429A-BBB9-E7380C9623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8" name="Freeform 28">
              <a:extLst>
                <a:ext uri="{FF2B5EF4-FFF2-40B4-BE49-F238E27FC236}">
                  <a16:creationId xmlns:a16="http://schemas.microsoft.com/office/drawing/2014/main" id="{A4EA0256-5DF5-437A-98A7-B79F3E6BB8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9" name="Freeform 29">
              <a:extLst>
                <a:ext uri="{FF2B5EF4-FFF2-40B4-BE49-F238E27FC236}">
                  <a16:creationId xmlns:a16="http://schemas.microsoft.com/office/drawing/2014/main" id="{90C9433D-9E1C-493B-BEBD-C3081FFA32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30" name="Freeform 30">
              <a:extLst>
                <a:ext uri="{FF2B5EF4-FFF2-40B4-BE49-F238E27FC236}">
                  <a16:creationId xmlns:a16="http://schemas.microsoft.com/office/drawing/2014/main" id="{352B39BB-F298-4285-A709-1FBA0CB722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31" name="Freeform 31">
              <a:extLst>
                <a:ext uri="{FF2B5EF4-FFF2-40B4-BE49-F238E27FC236}">
                  <a16:creationId xmlns:a16="http://schemas.microsoft.com/office/drawing/2014/main" id="{31CAF2A0-CBA0-4E86-AA87-8750EC1AFB2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p14="http://schemas.microsoft.com/office/powerpoint/2010/main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4A9A2808-03D2-C03F-4B18-615EAD7959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/>
              <a:t>Használt ezközök</a:t>
            </a:r>
          </a:p>
        </p:txBody>
      </p:sp>
      <p:sp useBgFill="1">
        <p:nvSpPr>
          <p:cNvPr id="232" name="Round Diagonal Corner Rectangle 7">
            <a:extLst>
              <a:ext uri="{FF2B5EF4-FFF2-40B4-BE49-F238E27FC236}">
                <a16:creationId xmlns:a16="http://schemas.microsoft.com/office/drawing/2014/main" id="{7D1C411D-0818-4640-8657-2AF78250C8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4E2C3F4B-FE5C-1311-737A-D4127CE9F4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5467" y="1093788"/>
            <a:ext cx="5831944" cy="4697413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Gmail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 err="1"/>
              <a:t>ChatGpt</a:t>
            </a:r>
            <a:endParaRPr lang="en-US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Cloude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Gemini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 err="1"/>
              <a:t>Deepseek</a:t>
            </a:r>
            <a:endParaRPr lang="en-US" dirty="0"/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GitHub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 dirty="0"/>
              <a:t>Trello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23710312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15FBB8B-B658-7542-0029-17F1E57D5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1F166EA8-5F99-BDE7-B930-ABBDE4EF07E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:a16="http://schemas.microsoft.com/office/drawing/2014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>
            <a:extLst>
              <a:ext uri="{FF2B5EF4-FFF2-40B4-BE49-F238E27FC236}">
                <a16:creationId xmlns:a16="http://schemas.microsoft.com/office/drawing/2014/main" id="{4B0F8678-F96B-3681-85DC-0915AC12A2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0DACD3CD-2E18-9E98-C0CE-6C40A3C4A0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4" name="Rectangle 5">
                <a:extLst>
                  <a:ext uri="{FF2B5EF4-FFF2-40B4-BE49-F238E27FC236}">
                    <a16:creationId xmlns:a16="http://schemas.microsoft.com/office/drawing/2014/main" id="{69987971-2083-F6CC-E0BA-6DB1B8FE4B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5" name="Freeform 6">
                <a:extLst>
                  <a:ext uri="{FF2B5EF4-FFF2-40B4-BE49-F238E27FC236}">
                    <a16:creationId xmlns:a16="http://schemas.microsoft.com/office/drawing/2014/main" id="{6D7A3C86-DB9C-885E-30BE-C16A91139D5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6" name="Freeform 7">
                <a:extLst>
                  <a:ext uri="{FF2B5EF4-FFF2-40B4-BE49-F238E27FC236}">
                    <a16:creationId xmlns:a16="http://schemas.microsoft.com/office/drawing/2014/main" id="{4A4FA69D-46E0-C5ED-087F-900651372A1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7" name="Freeform 8">
                <a:extLst>
                  <a:ext uri="{FF2B5EF4-FFF2-40B4-BE49-F238E27FC236}">
                    <a16:creationId xmlns:a16="http://schemas.microsoft.com/office/drawing/2014/main" id="{43CFA439-94FC-DF2F-FECA-6356D55E949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8" name="Freeform 9">
                <a:extLst>
                  <a:ext uri="{FF2B5EF4-FFF2-40B4-BE49-F238E27FC236}">
                    <a16:creationId xmlns:a16="http://schemas.microsoft.com/office/drawing/2014/main" id="{6A8BC5E4-1A7B-534C-7322-D1504A44418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9" name="Freeform 10">
                <a:extLst>
                  <a:ext uri="{FF2B5EF4-FFF2-40B4-BE49-F238E27FC236}">
                    <a16:creationId xmlns:a16="http://schemas.microsoft.com/office/drawing/2014/main" id="{48B1B88F-9FB9-45EA-3DA1-D0448240CD4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0" name="Freeform 11">
                <a:extLst>
                  <a:ext uri="{FF2B5EF4-FFF2-40B4-BE49-F238E27FC236}">
                    <a16:creationId xmlns:a16="http://schemas.microsoft.com/office/drawing/2014/main" id="{1BC12E18-D733-62EA-C767-D3C524053DE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1" name="Freeform 12">
                <a:extLst>
                  <a:ext uri="{FF2B5EF4-FFF2-40B4-BE49-F238E27FC236}">
                    <a16:creationId xmlns:a16="http://schemas.microsoft.com/office/drawing/2014/main" id="{D1EEA114-E5C4-454F-A3CB-1154D0B98C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2" name="Freeform 13">
                <a:extLst>
                  <a:ext uri="{FF2B5EF4-FFF2-40B4-BE49-F238E27FC236}">
                    <a16:creationId xmlns:a16="http://schemas.microsoft.com/office/drawing/2014/main" id="{40677360-C2C4-506B-F9CF-9182B1348F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3" name="Freeform 14">
                <a:extLst>
                  <a:ext uri="{FF2B5EF4-FFF2-40B4-BE49-F238E27FC236}">
                    <a16:creationId xmlns:a16="http://schemas.microsoft.com/office/drawing/2014/main" id="{F2972FBF-E32C-BA25-664C-91B9FDD1339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4" name="Freeform 15">
                <a:extLst>
                  <a:ext uri="{FF2B5EF4-FFF2-40B4-BE49-F238E27FC236}">
                    <a16:creationId xmlns:a16="http://schemas.microsoft.com/office/drawing/2014/main" id="{B0DCD0FC-608B-2D70-3707-BCE3229D13E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5" name="Line 16">
                <a:extLst>
                  <a:ext uri="{FF2B5EF4-FFF2-40B4-BE49-F238E27FC236}">
                    <a16:creationId xmlns:a16="http://schemas.microsoft.com/office/drawing/2014/main" id="{5F1F299C-52F3-4945-83B8-CC99899BBD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6" name="Freeform 17">
                <a:extLst>
                  <a:ext uri="{FF2B5EF4-FFF2-40B4-BE49-F238E27FC236}">
                    <a16:creationId xmlns:a16="http://schemas.microsoft.com/office/drawing/2014/main" id="{11A6BC13-2079-6958-B1D1-EE6717E85D6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7" name="Freeform 18">
                <a:extLst>
                  <a:ext uri="{FF2B5EF4-FFF2-40B4-BE49-F238E27FC236}">
                    <a16:creationId xmlns:a16="http://schemas.microsoft.com/office/drawing/2014/main" id="{E0807018-EDBC-8AAD-622E-3F28A3B7969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8" name="Freeform 19">
                <a:extLst>
                  <a:ext uri="{FF2B5EF4-FFF2-40B4-BE49-F238E27FC236}">
                    <a16:creationId xmlns:a16="http://schemas.microsoft.com/office/drawing/2014/main" id="{FA2A2417-B4D2-9775-1245-B59706CEA8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9" name="Freeform 20">
                <a:extLst>
                  <a:ext uri="{FF2B5EF4-FFF2-40B4-BE49-F238E27FC236}">
                    <a16:creationId xmlns:a16="http://schemas.microsoft.com/office/drawing/2014/main" id="{9A70C458-5823-CCA0-2941-2145D821836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0" name="Rectangle 21">
                <a:extLst>
                  <a:ext uri="{FF2B5EF4-FFF2-40B4-BE49-F238E27FC236}">
                    <a16:creationId xmlns:a16="http://schemas.microsoft.com/office/drawing/2014/main" id="{5FE7895D-0458-D440-C2D9-B4435861CEB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1" name="Freeform 22">
                <a:extLst>
                  <a:ext uri="{FF2B5EF4-FFF2-40B4-BE49-F238E27FC236}">
                    <a16:creationId xmlns:a16="http://schemas.microsoft.com/office/drawing/2014/main" id="{06CCB2D0-9BCB-81BF-BE4E-2F9C99DE53C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2" name="Freeform 23">
                <a:extLst>
                  <a:ext uri="{FF2B5EF4-FFF2-40B4-BE49-F238E27FC236}">
                    <a16:creationId xmlns:a16="http://schemas.microsoft.com/office/drawing/2014/main" id="{6CFCF6E8-DD85-FC8C-6DA4-B3D16FD80E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3" name="Freeform 24">
                <a:extLst>
                  <a:ext uri="{FF2B5EF4-FFF2-40B4-BE49-F238E27FC236}">
                    <a16:creationId xmlns:a16="http://schemas.microsoft.com/office/drawing/2014/main" id="{8A09C364-A1FD-321D-0E22-4527F10041B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4" name="Freeform 25">
                <a:extLst>
                  <a:ext uri="{FF2B5EF4-FFF2-40B4-BE49-F238E27FC236}">
                    <a16:creationId xmlns:a16="http://schemas.microsoft.com/office/drawing/2014/main" id="{DDA0498A-1005-C7AE-86CA-5DD075F41F8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5" name="Freeform 26">
                <a:extLst>
                  <a:ext uri="{FF2B5EF4-FFF2-40B4-BE49-F238E27FC236}">
                    <a16:creationId xmlns:a16="http://schemas.microsoft.com/office/drawing/2014/main" id="{37507D43-B017-44FC-E239-AE01AC91A39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6" name="Freeform 27">
                <a:extLst>
                  <a:ext uri="{FF2B5EF4-FFF2-40B4-BE49-F238E27FC236}">
                    <a16:creationId xmlns:a16="http://schemas.microsoft.com/office/drawing/2014/main" id="{89BC9574-C96A-8518-7E55-46E13ACB304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7" name="Freeform 28">
                <a:extLst>
                  <a:ext uri="{FF2B5EF4-FFF2-40B4-BE49-F238E27FC236}">
                    <a16:creationId xmlns:a16="http://schemas.microsoft.com/office/drawing/2014/main" id="{68C164F6-664A-C002-B762-0D6DDDAA22E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8" name="Freeform 29">
                <a:extLst>
                  <a:ext uri="{FF2B5EF4-FFF2-40B4-BE49-F238E27FC236}">
                    <a16:creationId xmlns:a16="http://schemas.microsoft.com/office/drawing/2014/main" id="{FBA3F429-1845-0962-768E-E1F8DBB2553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9" name="Freeform 30">
                <a:extLst>
                  <a:ext uri="{FF2B5EF4-FFF2-40B4-BE49-F238E27FC236}">
                    <a16:creationId xmlns:a16="http://schemas.microsoft.com/office/drawing/2014/main" id="{CE22C823-45AD-2B90-B883-A8A4425EF10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50" name="Freeform 31">
                <a:extLst>
                  <a:ext uri="{FF2B5EF4-FFF2-40B4-BE49-F238E27FC236}">
                    <a16:creationId xmlns:a16="http://schemas.microsoft.com/office/drawing/2014/main" id="{E4BB178E-4A4B-C2F4-AD4F-A6FB29086E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FE5D0D-2944-208F-86F2-D2905AB858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4" name="Freeform 32">
                <a:extLst>
                  <a:ext uri="{FF2B5EF4-FFF2-40B4-BE49-F238E27FC236}">
                    <a16:creationId xmlns:a16="http://schemas.microsoft.com/office/drawing/2014/main" id="{4D42A57E-5249-08D5-B57C-CDC7905A625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5" name="Freeform 33">
                <a:extLst>
                  <a:ext uri="{FF2B5EF4-FFF2-40B4-BE49-F238E27FC236}">
                    <a16:creationId xmlns:a16="http://schemas.microsoft.com/office/drawing/2014/main" id="{E4C55461-E32C-C510-8D71-29582CDD87B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" name="Freeform 34">
                <a:extLst>
                  <a:ext uri="{FF2B5EF4-FFF2-40B4-BE49-F238E27FC236}">
                    <a16:creationId xmlns:a16="http://schemas.microsoft.com/office/drawing/2014/main" id="{75FF35CC-B225-FA88-F019-3882DC5F46F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7" name="Freeform 35">
                <a:extLst>
                  <a:ext uri="{FF2B5EF4-FFF2-40B4-BE49-F238E27FC236}">
                    <a16:creationId xmlns:a16="http://schemas.microsoft.com/office/drawing/2014/main" id="{4B1279A3-E1A4-DF22-B66F-FD1A750AFC0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8" name="Freeform 36">
                <a:extLst>
                  <a:ext uri="{FF2B5EF4-FFF2-40B4-BE49-F238E27FC236}">
                    <a16:creationId xmlns:a16="http://schemas.microsoft.com/office/drawing/2014/main" id="{940D02F5-458F-AD3E-6407-D277F451DC3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9" name="Freeform 37">
                <a:extLst>
                  <a:ext uri="{FF2B5EF4-FFF2-40B4-BE49-F238E27FC236}">
                    <a16:creationId xmlns:a16="http://schemas.microsoft.com/office/drawing/2014/main" id="{68F0E82A-A979-E9B8-22C0-B8E56D1D294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0" name="Freeform 38">
                <a:extLst>
                  <a:ext uri="{FF2B5EF4-FFF2-40B4-BE49-F238E27FC236}">
                    <a16:creationId xmlns:a16="http://schemas.microsoft.com/office/drawing/2014/main" id="{1731A4AA-59B2-FE4A-2A78-B5D8C57B43D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1" name="Freeform 39">
                <a:extLst>
                  <a:ext uri="{FF2B5EF4-FFF2-40B4-BE49-F238E27FC236}">
                    <a16:creationId xmlns:a16="http://schemas.microsoft.com/office/drawing/2014/main" id="{83D4FFA9-0967-D1DA-D8C7-337A56E9C72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2" name="Freeform 40">
                <a:extLst>
                  <a:ext uri="{FF2B5EF4-FFF2-40B4-BE49-F238E27FC236}">
                    <a16:creationId xmlns:a16="http://schemas.microsoft.com/office/drawing/2014/main" id="{250A5039-F536-502B-8D46-BB3F841D3D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3" name="Rectangle 41">
                <a:extLst>
                  <a:ext uri="{FF2B5EF4-FFF2-40B4-BE49-F238E27FC236}">
                    <a16:creationId xmlns:a16="http://schemas.microsoft.com/office/drawing/2014/main" id="{C90419CF-3D74-53FA-F8FA-EB647EB55E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:a16="http://schemas.microsoft.com/office/drawing/2014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</p:grpSp>
      <p:sp>
        <p:nvSpPr>
          <p:cNvPr id="204" name="Rectangle 51">
            <a:extLst>
              <a:ext uri="{FF2B5EF4-FFF2-40B4-BE49-F238E27FC236}">
                <a16:creationId xmlns:a16="http://schemas.microsoft.com/office/drawing/2014/main" id="{06569C5B-244A-AA7A-4109-7CE14D913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05" name="Group 53">
            <a:extLst>
              <a:ext uri="{FF2B5EF4-FFF2-40B4-BE49-F238E27FC236}">
                <a16:creationId xmlns:a16="http://schemas.microsoft.com/office/drawing/2014/main" id="{15311A62-D392-4155-A3B8-997D00D9B5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20788" cy="6858001"/>
            <a:chOff x="-14288" y="0"/>
            <a:chExt cx="1220788" cy="6858001"/>
          </a:xfrm>
          <a:solidFill>
            <a:schemeClr val="bg2">
              <a:lumMod val="60000"/>
              <a:lumOff val="40000"/>
              <a:alpha val="60000"/>
            </a:schemeClr>
          </a:solidFill>
        </p:grpSpPr>
        <p:sp>
          <p:nvSpPr>
            <p:cNvPr id="55" name="Rectangle 5">
              <a:extLst>
                <a:ext uri="{FF2B5EF4-FFF2-40B4-BE49-F238E27FC236}">
                  <a16:creationId xmlns:a16="http://schemas.microsoft.com/office/drawing/2014/main" id="{EE23127A-7F4E-ED8D-0A36-945530A1AA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300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6" name="Freeform 6">
              <a:extLst>
                <a:ext uri="{FF2B5EF4-FFF2-40B4-BE49-F238E27FC236}">
                  <a16:creationId xmlns:a16="http://schemas.microsoft.com/office/drawing/2014/main" id="{E4B2085C-2E51-0055-3540-01758A8E74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7" name="Freeform 7">
              <a:extLst>
                <a:ext uri="{FF2B5EF4-FFF2-40B4-BE49-F238E27FC236}">
                  <a16:creationId xmlns:a16="http://schemas.microsoft.com/office/drawing/2014/main" id="{5ABD900C-1D4E-1541-8226-538E40EF28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8" name="Freeform 8">
              <a:extLst>
                <a:ext uri="{FF2B5EF4-FFF2-40B4-BE49-F238E27FC236}">
                  <a16:creationId xmlns:a16="http://schemas.microsoft.com/office/drawing/2014/main" id="{58E50451-3A3D-9403-BD6E-86B0D2A6C41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0025" y="4763"/>
              <a:ext cx="369888" cy="1811338"/>
            </a:xfrm>
            <a:custGeom>
              <a:avLst/>
              <a:gdLst/>
              <a:ahLst/>
              <a:cxnLst/>
              <a:rect l="0" t="0" r="r" b="b"/>
              <a:pathLst>
                <a:path w="233" h="1141">
                  <a:moveTo>
                    <a:pt x="218" y="1141"/>
                  </a:moveTo>
                  <a:lnTo>
                    <a:pt x="0" y="626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623"/>
                  </a:lnTo>
                  <a:lnTo>
                    <a:pt x="233" y="1135"/>
                  </a:lnTo>
                  <a:lnTo>
                    <a:pt x="218" y="114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09" name="Freeform 9">
              <a:extLst>
                <a:ext uri="{FF2B5EF4-FFF2-40B4-BE49-F238E27FC236}">
                  <a16:creationId xmlns:a16="http://schemas.microsoft.com/office/drawing/2014/main" id="{FEF7E643-7344-7601-D0D2-957346857A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3237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6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0" name="Freeform 10">
              <a:extLst>
                <a:ext uri="{FF2B5EF4-FFF2-40B4-BE49-F238E27FC236}">
                  <a16:creationId xmlns:a16="http://schemas.microsoft.com/office/drawing/2014/main" id="{7121435E-81FF-7934-CD94-6635BAE886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5750" y="4763"/>
              <a:ext cx="369888" cy="1430338"/>
            </a:xfrm>
            <a:custGeom>
              <a:avLst/>
              <a:gdLst/>
              <a:ahLst/>
              <a:cxnLst/>
              <a:rect l="0" t="0" r="r" b="b"/>
              <a:pathLst>
                <a:path w="233" h="901">
                  <a:moveTo>
                    <a:pt x="221" y="901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380"/>
                  </a:lnTo>
                  <a:lnTo>
                    <a:pt x="233" y="895"/>
                  </a:lnTo>
                  <a:lnTo>
                    <a:pt x="221" y="90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1" name="Freeform 11">
              <a:extLst>
                <a:ext uri="{FF2B5EF4-FFF2-40B4-BE49-F238E27FC236}">
                  <a16:creationId xmlns:a16="http://schemas.microsoft.com/office/drawing/2014/main" id="{1F7DFDD0-73F2-B7B9-E142-02E053562A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46100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2" name="Freeform 12">
              <a:extLst>
                <a:ext uri="{FF2B5EF4-FFF2-40B4-BE49-F238E27FC236}">
                  <a16:creationId xmlns:a16="http://schemas.microsoft.com/office/drawing/2014/main" id="{06D511CB-E323-571B-FD52-368D2C39F5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3" y="0"/>
                    <a:pt x="40" y="7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9"/>
                    <a:pt x="31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3" name="Freeform 13">
              <a:extLst>
                <a:ext uri="{FF2B5EF4-FFF2-40B4-BE49-F238E27FC236}">
                  <a16:creationId xmlns:a16="http://schemas.microsoft.com/office/drawing/2014/main" id="{9B025EA9-C324-2586-CA64-81AA9A4C44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88962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4" name="Freeform 14">
              <a:extLst>
                <a:ext uri="{FF2B5EF4-FFF2-40B4-BE49-F238E27FC236}">
                  <a16:creationId xmlns:a16="http://schemas.microsoft.com/office/drawing/2014/main" id="{21D0D531-0D55-F18F-09B6-A44E282FD9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1350" y="0"/>
              <a:ext cx="422275" cy="527050"/>
            </a:xfrm>
            <a:custGeom>
              <a:avLst/>
              <a:gdLst/>
              <a:ahLst/>
              <a:cxnLst/>
              <a:rect l="0" t="0" r="r" b="b"/>
              <a:pathLst>
                <a:path w="266" h="332">
                  <a:moveTo>
                    <a:pt x="257" y="332"/>
                  </a:moveTo>
                  <a:lnTo>
                    <a:pt x="48" y="123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3" y="114"/>
                  </a:lnTo>
                  <a:lnTo>
                    <a:pt x="266" y="320"/>
                  </a:lnTo>
                  <a:lnTo>
                    <a:pt x="257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5" name="Freeform 15">
              <a:extLst>
                <a:ext uri="{FF2B5EF4-FFF2-40B4-BE49-F238E27FC236}">
                  <a16:creationId xmlns:a16="http://schemas.microsoft.com/office/drawing/2014/main" id="{71C24EB1-DD5D-206F-E87F-2B2F0F1E31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20762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6" name="Line 16">
              <a:extLst>
                <a:ext uri="{FF2B5EF4-FFF2-40B4-BE49-F238E27FC236}">
                  <a16:creationId xmlns:a16="http://schemas.microsoft.com/office/drawing/2014/main" id="{62B863C8-9BC1-A247-7A43-E4AC03BF874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ShapeType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4763" y="9525"/>
              <a:ext cx="0" cy="0"/>
            </a:xfrm>
            <a:prstGeom prst="line">
              <a:avLst/>
            </a:prstGeom>
            <a:grpFill/>
            <a:ln w="15" cap="flat">
              <a:solidFill>
                <a:srgbClr val="FFFFFF"/>
              </a:solidFill>
              <a:prstDash val="solid"/>
              <a:miter lim="800000"/>
              <a:headEnd/>
              <a:tailEnd/>
            </a:ln>
          </p:spPr>
          <p:txBody>
            <a:bodyPr/>
            <a:lstStyle/>
            <a:p>
              <a:endParaRPr lang="hu-HU"/>
            </a:p>
          </p:txBody>
        </p:sp>
        <p:sp>
          <p:nvSpPr>
            <p:cNvPr id="217" name="Freeform 17">
              <a:extLst>
                <a:ext uri="{FF2B5EF4-FFF2-40B4-BE49-F238E27FC236}">
                  <a16:creationId xmlns:a16="http://schemas.microsoft.com/office/drawing/2014/main" id="{8D29CF75-A1B6-0532-E172-135BDCF904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" y="1801813"/>
              <a:ext cx="123825" cy="127000"/>
            </a:xfrm>
            <a:custGeom>
              <a:avLst/>
              <a:gdLst/>
              <a:ahLst/>
              <a:cxnLst/>
              <a:rect l="0" t="0" r="r" b="b"/>
              <a:pathLst>
                <a:path w="78" h="80">
                  <a:moveTo>
                    <a:pt x="6" y="80"/>
                  </a:moveTo>
                  <a:lnTo>
                    <a:pt x="0" y="71"/>
                  </a:lnTo>
                  <a:lnTo>
                    <a:pt x="69" y="0"/>
                  </a:lnTo>
                  <a:lnTo>
                    <a:pt x="78" y="9"/>
                  </a:lnTo>
                  <a:lnTo>
                    <a:pt x="6" y="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8" name="Freeform 18">
              <a:extLst>
                <a:ext uri="{FF2B5EF4-FFF2-40B4-BE49-F238E27FC236}">
                  <a16:creationId xmlns:a16="http://schemas.microsoft.com/office/drawing/2014/main" id="{CD82E0B6-0161-97A5-2264-3E0A2B2720A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9525" y="3549650"/>
              <a:ext cx="147638" cy="481013"/>
            </a:xfrm>
            <a:custGeom>
              <a:avLst/>
              <a:gdLst/>
              <a:ahLst/>
              <a:cxnLst/>
              <a:rect l="0" t="0" r="r" b="b"/>
              <a:pathLst>
                <a:path w="93" h="303">
                  <a:moveTo>
                    <a:pt x="93" y="303"/>
                  </a:moveTo>
                  <a:lnTo>
                    <a:pt x="78" y="303"/>
                  </a:lnTo>
                  <a:lnTo>
                    <a:pt x="78" y="78"/>
                  </a:lnTo>
                  <a:lnTo>
                    <a:pt x="0" y="12"/>
                  </a:lnTo>
                  <a:lnTo>
                    <a:pt x="12" y="0"/>
                  </a:lnTo>
                  <a:lnTo>
                    <a:pt x="93" y="69"/>
                  </a:lnTo>
                  <a:lnTo>
                    <a:pt x="93" y="30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19" name="Freeform 19">
              <a:extLst>
                <a:ext uri="{FF2B5EF4-FFF2-40B4-BE49-F238E27FC236}">
                  <a16:creationId xmlns:a16="http://schemas.microsoft.com/office/drawing/2014/main" id="{24B79DEE-4AF7-AFC0-13BC-16BE0E9B3F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8587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0" name="Freeform 20">
              <a:extLst>
                <a:ext uri="{FF2B5EF4-FFF2-40B4-BE49-F238E27FC236}">
                  <a16:creationId xmlns:a16="http://schemas.microsoft.com/office/drawing/2014/main" id="{64C5F2D8-59C2-E33C-DD7A-E5807F40A67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04787" y="1849438"/>
              <a:ext cx="114300" cy="107950"/>
            </a:xfrm>
            <a:custGeom>
              <a:avLst/>
              <a:gdLst/>
              <a:ahLst/>
              <a:cxnLst/>
              <a:rect l="0" t="0" r="r" b="b"/>
              <a:pathLst>
                <a:path w="24" h="23">
                  <a:moveTo>
                    <a:pt x="12" y="23"/>
                  </a:moveTo>
                  <a:cubicBezTo>
                    <a:pt x="6" y="23"/>
                    <a:pt x="0" y="18"/>
                    <a:pt x="0" y="12"/>
                  </a:cubicBezTo>
                  <a:cubicBezTo>
                    <a:pt x="0" y="5"/>
                    <a:pt x="6" y="0"/>
                    <a:pt x="12" y="0"/>
                  </a:cubicBezTo>
                  <a:cubicBezTo>
                    <a:pt x="18" y="0"/>
                    <a:pt x="24" y="5"/>
                    <a:pt x="24" y="12"/>
                  </a:cubicBezTo>
                  <a:cubicBezTo>
                    <a:pt x="24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20" y="16"/>
                    <a:pt x="20" y="12"/>
                  </a:cubicBezTo>
                  <a:cubicBezTo>
                    <a:pt x="20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1" name="Rectangle 21">
              <a:extLst>
                <a:ext uri="{FF2B5EF4-FFF2-40B4-BE49-F238E27FC236}">
                  <a16:creationId xmlns:a16="http://schemas.microsoft.com/office/drawing/2014/main" id="{F1355641-0776-AE1C-5A3B-45507EE1D9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3350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2" name="Freeform 22">
              <a:extLst>
                <a:ext uri="{FF2B5EF4-FFF2-40B4-BE49-F238E27FC236}">
                  <a16:creationId xmlns:a16="http://schemas.microsoft.com/office/drawing/2014/main" id="{8D5F015F-AF81-D360-4F7F-216C3CCACE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23837" y="5041900"/>
              <a:ext cx="369888" cy="1801813"/>
            </a:xfrm>
            <a:custGeom>
              <a:avLst/>
              <a:gdLst/>
              <a:ahLst/>
              <a:cxnLst/>
              <a:rect l="0" t="0" r="r" b="b"/>
              <a:pathLst>
                <a:path w="233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8" y="0"/>
                  </a:lnTo>
                  <a:lnTo>
                    <a:pt x="233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3" name="Freeform 23">
              <a:extLst>
                <a:ext uri="{FF2B5EF4-FFF2-40B4-BE49-F238E27FC236}">
                  <a16:creationId xmlns:a16="http://schemas.microsoft.com/office/drawing/2014/main" id="{F3F7B542-D59B-453B-E8BF-5E2C03EEE2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7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4" name="Freeform 24">
              <a:extLst>
                <a:ext uri="{FF2B5EF4-FFF2-40B4-BE49-F238E27FC236}">
                  <a16:creationId xmlns:a16="http://schemas.microsoft.com/office/drawing/2014/main" id="{E6A1A7FA-BEA4-53F0-FDFA-B9C13ED09F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-14288" y="5627688"/>
              <a:ext cx="85725" cy="1216025"/>
            </a:xfrm>
            <a:custGeom>
              <a:avLst/>
              <a:gdLst/>
              <a:ahLst/>
              <a:cxnLst/>
              <a:rect l="0" t="0" r="r" b="b"/>
              <a:pathLst>
                <a:path w="54" h="766">
                  <a:moveTo>
                    <a:pt x="54" y="766"/>
                  </a:moveTo>
                  <a:lnTo>
                    <a:pt x="36" y="766"/>
                  </a:lnTo>
                  <a:lnTo>
                    <a:pt x="36" y="149"/>
                  </a:lnTo>
                  <a:lnTo>
                    <a:pt x="0" y="3"/>
                  </a:lnTo>
                  <a:lnTo>
                    <a:pt x="18" y="0"/>
                  </a:lnTo>
                  <a:lnTo>
                    <a:pt x="54" y="146"/>
                  </a:lnTo>
                  <a:lnTo>
                    <a:pt x="54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5" name="Freeform 25">
              <a:extLst>
                <a:ext uri="{FF2B5EF4-FFF2-40B4-BE49-F238E27FC236}">
                  <a16:creationId xmlns:a16="http://schemas.microsoft.com/office/drawing/2014/main" id="{10BD8BB7-E2C8-AB1E-1D9E-0607F585EA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7050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6" name="Freeform 26">
              <a:extLst>
                <a:ext uri="{FF2B5EF4-FFF2-40B4-BE49-F238E27FC236}">
                  <a16:creationId xmlns:a16="http://schemas.microsoft.com/office/drawing/2014/main" id="{860D42AA-A7E5-ADED-2851-AE5D30D20A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09562" y="5422900"/>
              <a:ext cx="374650" cy="1425575"/>
            </a:xfrm>
            <a:custGeom>
              <a:avLst/>
              <a:gdLst/>
              <a:ahLst/>
              <a:cxnLst/>
              <a:rect l="0" t="0" r="r" b="b"/>
              <a:pathLst>
                <a:path w="236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3" y="512"/>
                  </a:lnTo>
                  <a:lnTo>
                    <a:pt x="221" y="0"/>
                  </a:lnTo>
                  <a:lnTo>
                    <a:pt x="236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7" name="Freeform 27">
              <a:extLst>
                <a:ext uri="{FF2B5EF4-FFF2-40B4-BE49-F238E27FC236}">
                  <a16:creationId xmlns:a16="http://schemas.microsoft.com/office/drawing/2014/main" id="{1184E7A0-2032-7179-D173-BD7FF74C63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9912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8" name="Freeform 28">
              <a:extLst>
                <a:ext uri="{FF2B5EF4-FFF2-40B4-BE49-F238E27FC236}">
                  <a16:creationId xmlns:a16="http://schemas.microsoft.com/office/drawing/2014/main" id="{A9BDA3C8-95B9-34C7-F09C-75C6509E8F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29" name="Freeform 29">
              <a:extLst>
                <a:ext uri="{FF2B5EF4-FFF2-40B4-BE49-F238E27FC236}">
                  <a16:creationId xmlns:a16="http://schemas.microsoft.com/office/drawing/2014/main" id="{48E642F5-B2C2-37DD-6C44-D8C7824C0C0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12775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30" name="Freeform 30">
              <a:extLst>
                <a:ext uri="{FF2B5EF4-FFF2-40B4-BE49-F238E27FC236}">
                  <a16:creationId xmlns:a16="http://schemas.microsoft.com/office/drawing/2014/main" id="{D3FDD541-7745-2E4D-EB36-719610A1B63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9925" y="6330950"/>
              <a:ext cx="417513" cy="517525"/>
            </a:xfrm>
            <a:custGeom>
              <a:avLst/>
              <a:gdLst/>
              <a:ahLst/>
              <a:cxnLst/>
              <a:rect l="0" t="0" r="r" b="b"/>
              <a:pathLst>
                <a:path w="263" h="326">
                  <a:moveTo>
                    <a:pt x="15" y="326"/>
                  </a:moveTo>
                  <a:lnTo>
                    <a:pt x="0" y="320"/>
                  </a:lnTo>
                  <a:lnTo>
                    <a:pt x="45" y="206"/>
                  </a:lnTo>
                  <a:lnTo>
                    <a:pt x="48" y="206"/>
                  </a:lnTo>
                  <a:lnTo>
                    <a:pt x="254" y="0"/>
                  </a:lnTo>
                  <a:lnTo>
                    <a:pt x="263" y="12"/>
                  </a:lnTo>
                  <a:lnTo>
                    <a:pt x="60" y="215"/>
                  </a:lnTo>
                  <a:lnTo>
                    <a:pt x="15" y="32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231" name="Freeform 31">
              <a:extLst>
                <a:ext uri="{FF2B5EF4-FFF2-40B4-BE49-F238E27FC236}">
                  <a16:creationId xmlns:a16="http://schemas.microsoft.com/office/drawing/2014/main" id="{C2A9A6CF-4E06-1367-0BA7-4434F8C4FFE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49337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:p14="http://schemas.microsoft.com/office/powerpoint/2010/main" xmlns:a16="http://schemas.microsoft.com/office/drawing/2014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AE9310A6-80D3-49EC-340C-F92E1E95A4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9015" y="1093787"/>
            <a:ext cx="3059969" cy="4697413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hu-HU" dirty="0" err="1"/>
              <a:t>Ai</a:t>
            </a:r>
            <a:r>
              <a:rPr lang="hu-HU" dirty="0"/>
              <a:t> használata</a:t>
            </a:r>
            <a:endParaRPr lang="en-US" dirty="0"/>
          </a:p>
        </p:txBody>
      </p:sp>
      <p:sp useBgFill="1">
        <p:nvSpPr>
          <p:cNvPr id="232" name="Round Diagonal Corner Rectangle 7">
            <a:extLst>
              <a:ext uri="{FF2B5EF4-FFF2-40B4-BE49-F238E27FC236}">
                <a16:creationId xmlns:a16="http://schemas.microsoft.com/office/drawing/2014/main" id="{CD13EAC8-C66B-B61F-77F2-4EC1C43BE99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625084" y="0"/>
            <a:ext cx="7566916" cy="6848476"/>
          </a:xfrm>
          <a:prstGeom prst="round2DiagRect">
            <a:avLst>
              <a:gd name="adj1" fmla="val 0"/>
              <a:gd name="adj2" fmla="val 0"/>
            </a:avLst>
          </a:prstGeom>
          <a:ln w="19050" cap="sq">
            <a:noFill/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Szöveg helye 3">
            <a:extLst>
              <a:ext uri="{FF2B5EF4-FFF2-40B4-BE49-F238E27FC236}">
                <a16:creationId xmlns:a16="http://schemas.microsoft.com/office/drawing/2014/main" id="{8EFC605C-8889-0747-34B3-2ACED4C3A2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5215467" y="1093788"/>
            <a:ext cx="5831944" cy="4697413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hu-HU" dirty="0"/>
              <a:t>Szöveg generálás/gyűjtés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hu-HU" dirty="0"/>
              <a:t>Információ gyűjtés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hu-HU" dirty="0"/>
              <a:t>Kód tömörítése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hu-HU" dirty="0"/>
              <a:t>Új anyag megértése</a:t>
            </a:r>
          </a:p>
        </p:txBody>
      </p:sp>
    </p:spTree>
    <p:extLst>
      <p:ext uri="{BB962C8B-B14F-4D97-AF65-F5344CB8AC3E}">
        <p14:creationId xmlns:p14="http://schemas.microsoft.com/office/powerpoint/2010/main" val="42385551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>
            <a:duotone>
              <a:schemeClr val="bg2">
                <a:shade val="88000"/>
                <a:hueMod val="106000"/>
                <a:satMod val="140000"/>
                <a:lumMod val="54000"/>
              </a:schemeClr>
              <a:schemeClr val="bg2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21A2AC6-76BD-ECB0-CFEA-4A2354C9C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2">
            <a:extLst>
              <a:ext uri="{FF2B5EF4-FFF2-40B4-BE49-F238E27FC236}">
                <a16:creationId xmlns:a16="http://schemas.microsoft.com/office/drawing/2014/main" id="{59FACE42-44B0-4185-8ED4-9043A78C86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6="http://schemas.microsoft.com/office/drawing/2014/main" xmlns:a14="http://schemas.microsoft.com/office/drawing/2010/main" xmlns:p14="http://schemas.microsoft.com/office/powerpoint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A838DBA2-246D-4087-AE0A-6EA2B4B65AF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4406F95-9579-494D-BE1E-A012A7F4CB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5" name="Rectangle 5">
                <a:extLst>
                  <a:ext uri="{FF2B5EF4-FFF2-40B4-BE49-F238E27FC236}">
                    <a16:creationId xmlns:a16="http://schemas.microsoft.com/office/drawing/2014/main" id="{4C8D671A-5C73-44CA-B6D0-7F3BC195BA6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6" name="Freeform 6">
                <a:extLst>
                  <a:ext uri="{FF2B5EF4-FFF2-40B4-BE49-F238E27FC236}">
                    <a16:creationId xmlns:a16="http://schemas.microsoft.com/office/drawing/2014/main" id="{F0DB3AC8-B5AD-4004-B0B9-74B58BECA0C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7" name="Freeform 7">
                <a:extLst>
                  <a:ext uri="{FF2B5EF4-FFF2-40B4-BE49-F238E27FC236}">
                    <a16:creationId xmlns:a16="http://schemas.microsoft.com/office/drawing/2014/main" id="{F3B2C8F3-E236-45B2-B2E1-8460F8FD6DD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8" name="Freeform 8">
                <a:extLst>
                  <a:ext uri="{FF2B5EF4-FFF2-40B4-BE49-F238E27FC236}">
                    <a16:creationId xmlns:a16="http://schemas.microsoft.com/office/drawing/2014/main" id="{761EE3AC-0BC2-4A29-AD58-5CB0EEFF96C5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9" name="Freeform 9">
                <a:extLst>
                  <a:ext uri="{FF2B5EF4-FFF2-40B4-BE49-F238E27FC236}">
                    <a16:creationId xmlns:a16="http://schemas.microsoft.com/office/drawing/2014/main" id="{38DC43BE-83DD-43F3-A21F-9B58B1074FF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0" name="Freeform 10">
                <a:extLst>
                  <a:ext uri="{FF2B5EF4-FFF2-40B4-BE49-F238E27FC236}">
                    <a16:creationId xmlns:a16="http://schemas.microsoft.com/office/drawing/2014/main" id="{112583CE-53E8-48F6-9F71-25A32BFD61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1" name="Freeform 11">
                <a:extLst>
                  <a:ext uri="{FF2B5EF4-FFF2-40B4-BE49-F238E27FC236}">
                    <a16:creationId xmlns:a16="http://schemas.microsoft.com/office/drawing/2014/main" id="{229A7966-2C4F-4334-8FB7-08521F984D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2" name="Freeform 12">
                <a:extLst>
                  <a:ext uri="{FF2B5EF4-FFF2-40B4-BE49-F238E27FC236}">
                    <a16:creationId xmlns:a16="http://schemas.microsoft.com/office/drawing/2014/main" id="{656FCF6A-DF5B-42AA-83C4-22CD7B9947D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3" name="Freeform 13">
                <a:extLst>
                  <a:ext uri="{FF2B5EF4-FFF2-40B4-BE49-F238E27FC236}">
                    <a16:creationId xmlns:a16="http://schemas.microsoft.com/office/drawing/2014/main" id="{E908B3EE-F31D-4E8D-BF3C-71F5B35F02F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4" name="Freeform 14">
                <a:extLst>
                  <a:ext uri="{FF2B5EF4-FFF2-40B4-BE49-F238E27FC236}">
                    <a16:creationId xmlns:a16="http://schemas.microsoft.com/office/drawing/2014/main" id="{DA9F96D7-B42C-4F80-8F26-72388FE0C2E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5" name="Freeform 15">
                <a:extLst>
                  <a:ext uri="{FF2B5EF4-FFF2-40B4-BE49-F238E27FC236}">
                    <a16:creationId xmlns:a16="http://schemas.microsoft.com/office/drawing/2014/main" id="{5C9D5861-5A45-408A-A25E-61ED661AD75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6" name="Line 16">
                <a:extLst>
                  <a:ext uri="{FF2B5EF4-FFF2-40B4-BE49-F238E27FC236}">
                    <a16:creationId xmlns:a16="http://schemas.microsoft.com/office/drawing/2014/main" id="{DEEF5DD7-13B2-4CBB-A1AE-193A618B0F0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ShapeType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7" name="Freeform 17">
                <a:extLst>
                  <a:ext uri="{FF2B5EF4-FFF2-40B4-BE49-F238E27FC236}">
                    <a16:creationId xmlns:a16="http://schemas.microsoft.com/office/drawing/2014/main" id="{3D896DDA-5AD2-4360-9E65-A792131051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8" name="Freeform 18">
                <a:extLst>
                  <a:ext uri="{FF2B5EF4-FFF2-40B4-BE49-F238E27FC236}">
                    <a16:creationId xmlns:a16="http://schemas.microsoft.com/office/drawing/2014/main" id="{C088F3B1-D893-4078-8EAE-6A3776F6754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39" name="Freeform 19">
                <a:extLst>
                  <a:ext uri="{FF2B5EF4-FFF2-40B4-BE49-F238E27FC236}">
                    <a16:creationId xmlns:a16="http://schemas.microsoft.com/office/drawing/2014/main" id="{23CCB367-42E1-4DEF-BABD-7457EB9F28C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0" name="Freeform 20">
                <a:extLst>
                  <a:ext uri="{FF2B5EF4-FFF2-40B4-BE49-F238E27FC236}">
                    <a16:creationId xmlns:a16="http://schemas.microsoft.com/office/drawing/2014/main" id="{BAFD46CE-CD21-4C8E-8ACE-B1A0B74A904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1" name="Rectangle 21">
                <a:extLst>
                  <a:ext uri="{FF2B5EF4-FFF2-40B4-BE49-F238E27FC236}">
                    <a16:creationId xmlns:a16="http://schemas.microsoft.com/office/drawing/2014/main" id="{23980A26-1FFF-4434-A77C-C5A1C96A54B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2" name="Freeform 22">
                <a:extLst>
                  <a:ext uri="{FF2B5EF4-FFF2-40B4-BE49-F238E27FC236}">
                    <a16:creationId xmlns:a16="http://schemas.microsoft.com/office/drawing/2014/main" id="{AE64C1E5-E917-4222-8080-3EF831FB4642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3" name="Freeform 23">
                <a:extLst>
                  <a:ext uri="{FF2B5EF4-FFF2-40B4-BE49-F238E27FC236}">
                    <a16:creationId xmlns:a16="http://schemas.microsoft.com/office/drawing/2014/main" id="{D4D42DE6-99E5-4D28-834E-6601A7DD93A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4" name="Freeform 24">
                <a:extLst>
                  <a:ext uri="{FF2B5EF4-FFF2-40B4-BE49-F238E27FC236}">
                    <a16:creationId xmlns:a16="http://schemas.microsoft.com/office/drawing/2014/main" id="{194304B3-4C44-49E0-A677-19E2DA8CC9E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5" name="Freeform 25">
                <a:extLst>
                  <a:ext uri="{FF2B5EF4-FFF2-40B4-BE49-F238E27FC236}">
                    <a16:creationId xmlns:a16="http://schemas.microsoft.com/office/drawing/2014/main" id="{C726387F-F77D-4FB6-A177-1DC6115E849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6" name="Freeform 26">
                <a:extLst>
                  <a:ext uri="{FF2B5EF4-FFF2-40B4-BE49-F238E27FC236}">
                    <a16:creationId xmlns:a16="http://schemas.microsoft.com/office/drawing/2014/main" id="{2F09766D-0653-4646-BA37-8FC23294BA7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7" name="Freeform 27">
                <a:extLst>
                  <a:ext uri="{FF2B5EF4-FFF2-40B4-BE49-F238E27FC236}">
                    <a16:creationId xmlns:a16="http://schemas.microsoft.com/office/drawing/2014/main" id="{F50D9867-C9E0-462B-894F-B2F97E26AC1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8" name="Freeform 28">
                <a:extLst>
                  <a:ext uri="{FF2B5EF4-FFF2-40B4-BE49-F238E27FC236}">
                    <a16:creationId xmlns:a16="http://schemas.microsoft.com/office/drawing/2014/main" id="{44179987-9B3B-4BC1-9BDA-EC9F30A379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49" name="Freeform 29">
                <a:extLst>
                  <a:ext uri="{FF2B5EF4-FFF2-40B4-BE49-F238E27FC236}">
                    <a16:creationId xmlns:a16="http://schemas.microsoft.com/office/drawing/2014/main" id="{EF0E5480-8C2D-4FFE-9357-938DF0642BB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50" name="Freeform 30">
                <a:extLst>
                  <a:ext uri="{FF2B5EF4-FFF2-40B4-BE49-F238E27FC236}">
                    <a16:creationId xmlns:a16="http://schemas.microsoft.com/office/drawing/2014/main" id="{FDAC2F76-95E6-4EE4-8A26-47CDAE5C62A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51" name="Freeform 31">
                <a:extLst>
                  <a:ext uri="{FF2B5EF4-FFF2-40B4-BE49-F238E27FC236}">
                    <a16:creationId xmlns:a16="http://schemas.microsoft.com/office/drawing/2014/main" id="{249EB4AA-5D5B-4A3A-9F2D-6E4EDF2046C6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75D3DC5-0B19-4EA9-A350-6218AC28CD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5" name="Freeform 32">
                <a:extLst>
                  <a:ext uri="{FF2B5EF4-FFF2-40B4-BE49-F238E27FC236}">
                    <a16:creationId xmlns:a16="http://schemas.microsoft.com/office/drawing/2014/main" id="{86B5A458-9418-4EDA-9B6F-E4754ABADFA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6" name="Freeform 33">
                <a:extLst>
                  <a:ext uri="{FF2B5EF4-FFF2-40B4-BE49-F238E27FC236}">
                    <a16:creationId xmlns:a16="http://schemas.microsoft.com/office/drawing/2014/main" id="{6307D20D-BE6F-4BFD-8A35-230A01AD726B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7" name="Freeform 34">
                <a:extLst>
                  <a:ext uri="{FF2B5EF4-FFF2-40B4-BE49-F238E27FC236}">
                    <a16:creationId xmlns:a16="http://schemas.microsoft.com/office/drawing/2014/main" id="{37A04039-8217-4B7F-8F43-4039DF087D8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8" name="Freeform 35">
                <a:extLst>
                  <a:ext uri="{FF2B5EF4-FFF2-40B4-BE49-F238E27FC236}">
                    <a16:creationId xmlns:a16="http://schemas.microsoft.com/office/drawing/2014/main" id="{CA6CE641-5DEB-4A06-B9C3-B726A334C21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19" name="Freeform 36">
                <a:extLst>
                  <a:ext uri="{FF2B5EF4-FFF2-40B4-BE49-F238E27FC236}">
                    <a16:creationId xmlns:a16="http://schemas.microsoft.com/office/drawing/2014/main" id="{D08C7C1C-DF39-4479-94BD-47E71DE4221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0" name="Freeform 37">
                <a:extLst>
                  <a:ext uri="{FF2B5EF4-FFF2-40B4-BE49-F238E27FC236}">
                    <a16:creationId xmlns:a16="http://schemas.microsoft.com/office/drawing/2014/main" id="{27C5EAA7-E449-48C0-9B14-E677E6ECF891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1" name="Freeform 38">
                <a:extLst>
                  <a:ext uri="{FF2B5EF4-FFF2-40B4-BE49-F238E27FC236}">
                    <a16:creationId xmlns:a16="http://schemas.microsoft.com/office/drawing/2014/main" id="{AA6A8A39-39D4-41FE-9974-CB46106A73D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2" name="Freeform 39">
                <a:extLst>
                  <a:ext uri="{FF2B5EF4-FFF2-40B4-BE49-F238E27FC236}">
                    <a16:creationId xmlns:a16="http://schemas.microsoft.com/office/drawing/2014/main" id="{433C6D82-AE91-4A0C-97C6-34399C90847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3" name="Freeform 40">
                <a:extLst>
                  <a:ext uri="{FF2B5EF4-FFF2-40B4-BE49-F238E27FC236}">
                    <a16:creationId xmlns:a16="http://schemas.microsoft.com/office/drawing/2014/main" id="{D4C06E36-D233-423A-BC95-5B4D5BE35CB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EditPoint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  <p:sp>
            <p:nvSpPr>
              <p:cNvPr id="24" name="Rectangle 41">
                <a:extLst>
                  <a:ext uri="{FF2B5EF4-FFF2-40B4-BE49-F238E27FC236}">
                    <a16:creationId xmlns:a16="http://schemas.microsoft.com/office/drawing/2014/main" id="{E1B0EEC1-CF7A-4761-B477-941DB41A83D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>
                <a:spLocks noChangeArrowheads="1"/>
              </p:cNvSpPr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6="http://schemas.microsoft.com/office/drawing/2014/main" xmlns:a14="http://schemas.microsoft.com/office/drawing/2010/main" xmlns:p14="http://schemas.microsoft.com/office/powerpoint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/>
              <a:lstStyle/>
              <a:p>
                <a:endParaRPr lang="hu-HU"/>
              </a:p>
            </p:txBody>
          </p:sp>
        </p:grpSp>
      </p:grp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4872A0B-8668-4500-9509-EAA581B26C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-1"/>
            <a:ext cx="12192003" cy="6858001"/>
            <a:chOff x="0" y="-1"/>
            <a:chExt cx="12192003" cy="6858001"/>
          </a:xfrm>
        </p:grpSpPr>
        <p:sp useBgFill="1">
          <p:nvSpPr>
            <p:cNvPr id="54" name="Rectangle 53">
              <a:extLst>
                <a:ext uri="{FF2B5EF4-FFF2-40B4-BE49-F238E27FC236}">
                  <a16:creationId xmlns:a16="http://schemas.microsoft.com/office/drawing/2014/main" id="{8B504305-5526-408E-85F7-F0BA7E527C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" y="-1"/>
              <a:ext cx="12192000" cy="6858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55" name="Picture 2">
              <a:extLst>
                <a:ext uri="{FF2B5EF4-FFF2-40B4-BE49-F238E27FC236}">
                  <a16:creationId xmlns:a16="http://schemas.microsoft.com/office/drawing/2014/main" id="{5827CE64-2533-45A6-9A39-7D5052E5CE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 noChangeArrowheads="1"/>
            </p:cNvPic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PicPr>
          <p:blipFill>
            <a:blip r:embed="rId3">
              <a:alphaModFix amt="30000"/>
              <a:duotone>
                <a:prstClr val="black"/>
                <a:schemeClr val="tx2"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0" y="-1"/>
              <a:ext cx="12192003" cy="6858001"/>
            </a:xfrm>
            <a:prstGeom prst="rect">
              <a:avLst/>
            </a:prstGeom>
            <a:noFill/>
            <a:extLst>
              <a:ext uri="{909E8E84-426E-40dd-AFC4-6F175D3DCCD1}">
                <a14:hiddenFill xmlns="" xmlns:a16="http://schemas.microsoft.com/office/drawing/2014/main" xmlns:a14="http://schemas.microsoft.com/office/drawing/2010/main" xmlns:p14="http://schemas.microsoft.com/office/powerpoint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2" name="Cím 1">
            <a:extLst>
              <a:ext uri="{FF2B5EF4-FFF2-40B4-BE49-F238E27FC236}">
                <a16:creationId xmlns:a16="http://schemas.microsoft.com/office/drawing/2014/main" id="{282E2332-730A-681B-6A42-EF9399671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48425" y="618518"/>
            <a:ext cx="4598985" cy="147857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3600"/>
              <a:t>időbeosztás</a:t>
            </a:r>
          </a:p>
        </p:txBody>
      </p:sp>
      <p:pic>
        <p:nvPicPr>
          <p:cNvPr id="5" name="Kép 4" descr="A naptár készítése a hatalom dolga - SZEMlélek">
            <a:extLst>
              <a:ext uri="{FF2B5EF4-FFF2-40B4-BE49-F238E27FC236}">
                <a16:creationId xmlns:a16="http://schemas.microsoft.com/office/drawing/2014/main" id="{0365A115-A729-F25C-7B4F-E2E824E00DD5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48174" b="-1"/>
          <a:stretch>
            <a:fillRect/>
          </a:stretch>
        </p:blipFill>
        <p:spPr>
          <a:xfrm>
            <a:off x="-5597" y="10"/>
            <a:ext cx="6101597" cy="6857990"/>
          </a:xfrm>
          <a:prstGeom prst="rect">
            <a:avLst/>
          </a:prstGeom>
        </p:spPr>
      </p:pic>
      <p:grpSp>
        <p:nvGrpSpPr>
          <p:cNvPr id="57" name="Group 56">
            <a:extLst>
              <a:ext uri="{FF2B5EF4-FFF2-40B4-BE49-F238E27FC236}">
                <a16:creationId xmlns:a16="http://schemas.microsoft.com/office/drawing/2014/main" id="{240590EE-5428-41AA-95B2-96FCC1CE67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2305051" cy="6858001"/>
            <a:chOff x="0" y="0"/>
            <a:chExt cx="2305051" cy="6858001"/>
          </a:xfrm>
          <a:solidFill>
            <a:schemeClr val="tx1">
              <a:alpha val="70000"/>
            </a:schemeClr>
          </a:solidFill>
          <a:effectLst/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494DCC55-99C6-45CF-B357-E3848C80934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59" name="Freeform 6">
              <a:extLst>
                <a:ext uri="{FF2B5EF4-FFF2-40B4-BE49-F238E27FC236}">
                  <a16:creationId xmlns:a16="http://schemas.microsoft.com/office/drawing/2014/main" id="{63D64E32-FF0C-4665-B9D8-D1ECAAE5BA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0" name="Freeform 7">
              <a:extLst>
                <a:ext uri="{FF2B5EF4-FFF2-40B4-BE49-F238E27FC236}">
                  <a16:creationId xmlns:a16="http://schemas.microsoft.com/office/drawing/2014/main" id="{3675001D-3840-4589-8190-505A7F52F0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9E34E87-395F-4023-A80E-D1CBAAEBD9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2" name="Freeform 9">
              <a:extLst>
                <a:ext uri="{FF2B5EF4-FFF2-40B4-BE49-F238E27FC236}">
                  <a16:creationId xmlns:a16="http://schemas.microsoft.com/office/drawing/2014/main" id="{6FB1B38F-1B92-41C3-AA1D-6D6440FB0D7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3" name="Freeform 10">
              <a:extLst>
                <a:ext uri="{FF2B5EF4-FFF2-40B4-BE49-F238E27FC236}">
                  <a16:creationId xmlns:a16="http://schemas.microsoft.com/office/drawing/2014/main" id="{02FBE453-FBD2-4348-8DDA-4A023444EC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4" name="Freeform 11">
              <a:extLst>
                <a:ext uri="{FF2B5EF4-FFF2-40B4-BE49-F238E27FC236}">
                  <a16:creationId xmlns:a16="http://schemas.microsoft.com/office/drawing/2014/main" id="{60D719E8-BF78-4F42-B9D1-7F5E02A36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5" name="Freeform 12">
              <a:extLst>
                <a:ext uri="{FF2B5EF4-FFF2-40B4-BE49-F238E27FC236}">
                  <a16:creationId xmlns:a16="http://schemas.microsoft.com/office/drawing/2014/main" id="{5EC70737-9C19-4CF5-84DA-B22A960D53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6" name="Freeform 13">
              <a:extLst>
                <a:ext uri="{FF2B5EF4-FFF2-40B4-BE49-F238E27FC236}">
                  <a16:creationId xmlns:a16="http://schemas.microsoft.com/office/drawing/2014/main" id="{88FD042E-E56E-4360-9620-F811AB9A33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7" name="Freeform 14">
              <a:extLst>
                <a:ext uri="{FF2B5EF4-FFF2-40B4-BE49-F238E27FC236}">
                  <a16:creationId xmlns:a16="http://schemas.microsoft.com/office/drawing/2014/main" id="{18F15D2B-0812-46F6-B0F4-6A6714B543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8" name="Freeform 15">
              <a:extLst>
                <a:ext uri="{FF2B5EF4-FFF2-40B4-BE49-F238E27FC236}">
                  <a16:creationId xmlns:a16="http://schemas.microsoft.com/office/drawing/2014/main" id="{0C2F2A50-98DD-4F92-BDFE-B72E235766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69" name="Freeform 16">
              <a:extLst>
                <a:ext uri="{FF2B5EF4-FFF2-40B4-BE49-F238E27FC236}">
                  <a16:creationId xmlns:a16="http://schemas.microsoft.com/office/drawing/2014/main" id="{473541D9-6DAE-4718-97D4-8952F4E7CC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0" name="Freeform 17">
              <a:extLst>
                <a:ext uri="{FF2B5EF4-FFF2-40B4-BE49-F238E27FC236}">
                  <a16:creationId xmlns:a16="http://schemas.microsoft.com/office/drawing/2014/main" id="{3A56C5E9-011C-44D2-AF94-3BF54204338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1" name="Freeform 18">
              <a:extLst>
                <a:ext uri="{FF2B5EF4-FFF2-40B4-BE49-F238E27FC236}">
                  <a16:creationId xmlns:a16="http://schemas.microsoft.com/office/drawing/2014/main" id="{CD279E0E-1CD5-4F41-96A5-3A09707E810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2" name="Freeform 19">
              <a:extLst>
                <a:ext uri="{FF2B5EF4-FFF2-40B4-BE49-F238E27FC236}">
                  <a16:creationId xmlns:a16="http://schemas.microsoft.com/office/drawing/2014/main" id="{F5A6F094-9E54-4985-8738-D2067A4F07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3" name="Freeform 20">
              <a:extLst>
                <a:ext uri="{FF2B5EF4-FFF2-40B4-BE49-F238E27FC236}">
                  <a16:creationId xmlns:a16="http://schemas.microsoft.com/office/drawing/2014/main" id="{99D51F59-FA93-490E-B9CF-97BB63747C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4" name="Freeform 21">
              <a:extLst>
                <a:ext uri="{FF2B5EF4-FFF2-40B4-BE49-F238E27FC236}">
                  <a16:creationId xmlns:a16="http://schemas.microsoft.com/office/drawing/2014/main" id="{3CD83DC6-F4A0-4A4D-AAC3-83983F960D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5" name="Freeform 22">
              <a:extLst>
                <a:ext uri="{FF2B5EF4-FFF2-40B4-BE49-F238E27FC236}">
                  <a16:creationId xmlns:a16="http://schemas.microsoft.com/office/drawing/2014/main" id="{6E9B4028-C74F-4631-8312-68B30E6E62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6" name="Freeform 23">
              <a:extLst>
                <a:ext uri="{FF2B5EF4-FFF2-40B4-BE49-F238E27FC236}">
                  <a16:creationId xmlns:a16="http://schemas.microsoft.com/office/drawing/2014/main" id="{1E3337C9-1DDE-4E2E-8519-7D2C23C95F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7" name="Freeform 24">
              <a:extLst>
                <a:ext uri="{FF2B5EF4-FFF2-40B4-BE49-F238E27FC236}">
                  <a16:creationId xmlns:a16="http://schemas.microsoft.com/office/drawing/2014/main" id="{754A526E-6EC0-458A-9C4C-008F6749CD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8" name="Freeform 25">
              <a:extLst>
                <a:ext uri="{FF2B5EF4-FFF2-40B4-BE49-F238E27FC236}">
                  <a16:creationId xmlns:a16="http://schemas.microsoft.com/office/drawing/2014/main" id="{6A3DA723-7448-48CF-8BD2-FED2D4FED56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79" name="Freeform 26">
              <a:extLst>
                <a:ext uri="{FF2B5EF4-FFF2-40B4-BE49-F238E27FC236}">
                  <a16:creationId xmlns:a16="http://schemas.microsoft.com/office/drawing/2014/main" id="{9B506EC1-D8A8-4532-B78B-A236567EE0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0" name="Freeform 27">
              <a:extLst>
                <a:ext uri="{FF2B5EF4-FFF2-40B4-BE49-F238E27FC236}">
                  <a16:creationId xmlns:a16="http://schemas.microsoft.com/office/drawing/2014/main" id="{AA9DFB36-74F4-4977-ABC5-3257EDA331B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1" name="Freeform 28">
              <a:extLst>
                <a:ext uri="{FF2B5EF4-FFF2-40B4-BE49-F238E27FC236}">
                  <a16:creationId xmlns:a16="http://schemas.microsoft.com/office/drawing/2014/main" id="{966A7FBA-BB79-4AF0-90C2-5F2BC9F2D1D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2" name="Freeform 29">
              <a:extLst>
                <a:ext uri="{FF2B5EF4-FFF2-40B4-BE49-F238E27FC236}">
                  <a16:creationId xmlns:a16="http://schemas.microsoft.com/office/drawing/2014/main" id="{23BB8A47-FF1B-44E5-8D93-7ADF37F1D76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3" name="Freeform 30">
              <a:extLst>
                <a:ext uri="{FF2B5EF4-FFF2-40B4-BE49-F238E27FC236}">
                  <a16:creationId xmlns:a16="http://schemas.microsoft.com/office/drawing/2014/main" id="{E463E1B7-7BED-4425-95B7-F6F75F8733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4" name="Freeform 31">
              <a:extLst>
                <a:ext uri="{FF2B5EF4-FFF2-40B4-BE49-F238E27FC236}">
                  <a16:creationId xmlns:a16="http://schemas.microsoft.com/office/drawing/2014/main" id="{749D0675-4397-4610-9807-2F7C1CC942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5" name="Freeform 32">
              <a:extLst>
                <a:ext uri="{FF2B5EF4-FFF2-40B4-BE49-F238E27FC236}">
                  <a16:creationId xmlns:a16="http://schemas.microsoft.com/office/drawing/2014/main" id="{DE7617CF-8919-43C3-9557-08D67C7DAF2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3DB68720-7E37-4930-9900-8632140D62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7" name="Freeform 34">
              <a:extLst>
                <a:ext uri="{FF2B5EF4-FFF2-40B4-BE49-F238E27FC236}">
                  <a16:creationId xmlns:a16="http://schemas.microsoft.com/office/drawing/2014/main" id="{202F13DF-5B76-468E-A95E-80780788BD0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8" name="Freeform 35">
              <a:extLst>
                <a:ext uri="{FF2B5EF4-FFF2-40B4-BE49-F238E27FC236}">
                  <a16:creationId xmlns:a16="http://schemas.microsoft.com/office/drawing/2014/main" id="{219143C2-6062-4C2C-9563-6534108E35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89" name="Freeform 36">
              <a:extLst>
                <a:ext uri="{FF2B5EF4-FFF2-40B4-BE49-F238E27FC236}">
                  <a16:creationId xmlns:a16="http://schemas.microsoft.com/office/drawing/2014/main" id="{38413A0C-26DB-479B-B747-1D81361007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0" name="Freeform 37">
              <a:extLst>
                <a:ext uri="{FF2B5EF4-FFF2-40B4-BE49-F238E27FC236}">
                  <a16:creationId xmlns:a16="http://schemas.microsoft.com/office/drawing/2014/main" id="{CB526B5F-4FAA-4B4C-8AF8-B98EC74A3D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1" name="Freeform 38">
              <a:extLst>
                <a:ext uri="{FF2B5EF4-FFF2-40B4-BE49-F238E27FC236}">
                  <a16:creationId xmlns:a16="http://schemas.microsoft.com/office/drawing/2014/main" id="{54FFF88E-6D69-4AE9-8378-D16419155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2" name="Freeform 39">
              <a:extLst>
                <a:ext uri="{FF2B5EF4-FFF2-40B4-BE49-F238E27FC236}">
                  <a16:creationId xmlns:a16="http://schemas.microsoft.com/office/drawing/2014/main" id="{8008115A-CE00-4E36-BAF1-B511F21E837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3" name="Freeform 40">
              <a:extLst>
                <a:ext uri="{FF2B5EF4-FFF2-40B4-BE49-F238E27FC236}">
                  <a16:creationId xmlns:a16="http://schemas.microsoft.com/office/drawing/2014/main" id="{2935DB29-6F85-47D8-863C-11386389DBF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4" name="Freeform 41">
              <a:extLst>
                <a:ext uri="{FF2B5EF4-FFF2-40B4-BE49-F238E27FC236}">
                  <a16:creationId xmlns:a16="http://schemas.microsoft.com/office/drawing/2014/main" id="{4FB8E51B-1AC1-4671-B181-473C29BECD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5" name="Freeform 42">
              <a:extLst>
                <a:ext uri="{FF2B5EF4-FFF2-40B4-BE49-F238E27FC236}">
                  <a16:creationId xmlns:a16="http://schemas.microsoft.com/office/drawing/2014/main" id="{91E6AE4F-959F-4ED7-A199-8C0307E40EA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6" name="Freeform 43">
              <a:extLst>
                <a:ext uri="{FF2B5EF4-FFF2-40B4-BE49-F238E27FC236}">
                  <a16:creationId xmlns:a16="http://schemas.microsoft.com/office/drawing/2014/main" id="{A0445E55-0009-44A5-AA6A-350D9D48A2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7" name="Freeform 44">
              <a:extLst>
                <a:ext uri="{FF2B5EF4-FFF2-40B4-BE49-F238E27FC236}">
                  <a16:creationId xmlns:a16="http://schemas.microsoft.com/office/drawing/2014/main" id="{B5291C75-4ECA-4829-B824-5725C32905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8" name="Rectangle 97">
              <a:extLst>
                <a:ext uri="{FF2B5EF4-FFF2-40B4-BE49-F238E27FC236}">
                  <a16:creationId xmlns:a16="http://schemas.microsoft.com/office/drawing/2014/main" id="{6793376D-3E7C-4F04-8BC8-EC4820622B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99" name="Freeform 46">
              <a:extLst>
                <a:ext uri="{FF2B5EF4-FFF2-40B4-BE49-F238E27FC236}">
                  <a16:creationId xmlns:a16="http://schemas.microsoft.com/office/drawing/2014/main" id="{3596510A-5528-445D-AFEA-6E3F89BA84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0" name="Freeform 47">
              <a:extLst>
                <a:ext uri="{FF2B5EF4-FFF2-40B4-BE49-F238E27FC236}">
                  <a16:creationId xmlns:a16="http://schemas.microsoft.com/office/drawing/2014/main" id="{E1B69479-D8C9-4E2E-A931-4D49C4FD76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1" name="Freeform 48">
              <a:extLst>
                <a:ext uri="{FF2B5EF4-FFF2-40B4-BE49-F238E27FC236}">
                  <a16:creationId xmlns:a16="http://schemas.microsoft.com/office/drawing/2014/main" id="{0A759A2E-A8B1-44C8-B3F9-A16714C895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2" name="Freeform 49">
              <a:extLst>
                <a:ext uri="{FF2B5EF4-FFF2-40B4-BE49-F238E27FC236}">
                  <a16:creationId xmlns:a16="http://schemas.microsoft.com/office/drawing/2014/main" id="{6C2B3B3C-1DC9-4352-BB73-801976C8F5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3" name="Freeform 50">
              <a:extLst>
                <a:ext uri="{FF2B5EF4-FFF2-40B4-BE49-F238E27FC236}">
                  <a16:creationId xmlns:a16="http://schemas.microsoft.com/office/drawing/2014/main" id="{EE22E3A8-5789-4189-9AC7-98D6826B03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4" name="Freeform 51">
              <a:extLst>
                <a:ext uri="{FF2B5EF4-FFF2-40B4-BE49-F238E27FC236}">
                  <a16:creationId xmlns:a16="http://schemas.microsoft.com/office/drawing/2014/main" id="{9AC0FC74-D003-4D0D-9CAF-F6A03739E24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5" name="Freeform 52">
              <a:extLst>
                <a:ext uri="{FF2B5EF4-FFF2-40B4-BE49-F238E27FC236}">
                  <a16:creationId xmlns:a16="http://schemas.microsoft.com/office/drawing/2014/main" id="{126C2057-02E1-4348-ABEB-EAC063A17E7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6" name="Freeform 53">
              <a:extLst>
                <a:ext uri="{FF2B5EF4-FFF2-40B4-BE49-F238E27FC236}">
                  <a16:creationId xmlns:a16="http://schemas.microsoft.com/office/drawing/2014/main" id="{5150586D-D743-4392-844F-F2AFCCE6493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7" name="Freeform 54">
              <a:extLst>
                <a:ext uri="{FF2B5EF4-FFF2-40B4-BE49-F238E27FC236}">
                  <a16:creationId xmlns:a16="http://schemas.microsoft.com/office/drawing/2014/main" id="{9E5B157A-534E-4879-8013-D02864E76F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8" name="Freeform 55">
              <a:extLst>
                <a:ext uri="{FF2B5EF4-FFF2-40B4-BE49-F238E27FC236}">
                  <a16:creationId xmlns:a16="http://schemas.microsoft.com/office/drawing/2014/main" id="{CEE2DD73-7E8C-4F26-8E93-8C32D11B266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09" name="Freeform 56">
              <a:extLst>
                <a:ext uri="{FF2B5EF4-FFF2-40B4-BE49-F238E27FC236}">
                  <a16:creationId xmlns:a16="http://schemas.microsoft.com/office/drawing/2014/main" id="{908CAC5F-DD8E-4A58-BD4C-6D8D29FA49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10" name="Freeform 57">
              <a:extLst>
                <a:ext uri="{FF2B5EF4-FFF2-40B4-BE49-F238E27FC236}">
                  <a16:creationId xmlns:a16="http://schemas.microsoft.com/office/drawing/2014/main" id="{20F130CF-281E-408C-9884-5F8B22CA1D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  <p:sp>
          <p:nvSpPr>
            <p:cNvPr id="111" name="Freeform 58">
              <a:extLst>
                <a:ext uri="{FF2B5EF4-FFF2-40B4-BE49-F238E27FC236}">
                  <a16:creationId xmlns:a16="http://schemas.microsoft.com/office/drawing/2014/main" id="{3BC78068-9115-4D5D-9B2B-6F9BD9C2969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6="http://schemas.microsoft.com/office/drawing/2014/main" xmlns:a14="http://schemas.microsoft.com/office/drawing/2010/main" xmlns:p14="http://schemas.microsoft.com/office/powerpoint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hu-HU"/>
            </a:p>
          </p:txBody>
        </p:sp>
      </p:grpSp>
      <p:sp>
        <p:nvSpPr>
          <p:cNvPr id="4" name="Szöveg helye 3">
            <a:extLst>
              <a:ext uri="{FF2B5EF4-FFF2-40B4-BE49-F238E27FC236}">
                <a16:creationId xmlns:a16="http://schemas.microsoft.com/office/drawing/2014/main" id="{FB0503CC-42D5-1B50-E021-9552F0FAB2D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48425" y="2249487"/>
            <a:ext cx="4598986" cy="3541714"/>
          </a:xfr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Március 24- Április 10: tervezés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Április 11 – Április 25: technikai szünet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Április 27 – Május 1: információ gyűjtés</a:t>
            </a:r>
          </a:p>
          <a:p>
            <a:pPr marL="285750" indent="-228600">
              <a:buFont typeface="Arial" panose="020B0604020202020204" pitchFamily="34" charset="0"/>
              <a:buChar char="•"/>
            </a:pPr>
            <a:r>
              <a:rPr lang="en-US"/>
              <a:t>Május 2 – Május 12: megvalósítás</a:t>
            </a:r>
          </a:p>
        </p:txBody>
      </p:sp>
    </p:spTree>
    <p:extLst>
      <p:ext uri="{BB962C8B-B14F-4D97-AF65-F5344CB8AC3E}">
        <p14:creationId xmlns:p14="http://schemas.microsoft.com/office/powerpoint/2010/main" val="23527165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467A4A57-FDC6-DDA4-DF39-95ED75ECB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/>
              <a:t>Munkamegosztás</a:t>
            </a:r>
          </a:p>
        </p:txBody>
      </p:sp>
      <p:sp>
        <p:nvSpPr>
          <p:cNvPr id="3" name="Tartalom helye 2">
            <a:extLst>
              <a:ext uri="{FF2B5EF4-FFF2-40B4-BE49-F238E27FC236}">
                <a16:creationId xmlns:a16="http://schemas.microsoft.com/office/drawing/2014/main" id="{5BBB1570-E52C-2871-00EB-0EC964FE6FF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Wicha Zalán</a:t>
            </a:r>
          </a:p>
          <a:p>
            <a:r>
              <a:rPr lang="hu-HU" dirty="0" err="1"/>
              <a:t>Html</a:t>
            </a:r>
            <a:endParaRPr lang="hu-HU" dirty="0"/>
          </a:p>
          <a:p>
            <a:r>
              <a:rPr lang="hu-HU" dirty="0" err="1"/>
              <a:t>Css</a:t>
            </a:r>
            <a:endParaRPr lang="hu-HU" dirty="0"/>
          </a:p>
          <a:p>
            <a:r>
              <a:rPr lang="hu-HU" dirty="0" err="1"/>
              <a:t>Js</a:t>
            </a:r>
            <a:endParaRPr lang="hu-HU" dirty="0"/>
          </a:p>
          <a:p>
            <a:r>
              <a:rPr lang="hu-HU" dirty="0" err="1"/>
              <a:t>Github</a:t>
            </a:r>
            <a:endParaRPr lang="hu-HU" dirty="0"/>
          </a:p>
          <a:p>
            <a:r>
              <a:rPr lang="hu-HU" dirty="0" err="1"/>
              <a:t>Trello</a:t>
            </a:r>
            <a:endParaRPr lang="hu-HU" dirty="0"/>
          </a:p>
          <a:p>
            <a:r>
              <a:rPr lang="hu-HU" dirty="0" err="1"/>
              <a:t>Ppt</a:t>
            </a:r>
            <a:endParaRPr lang="hu-HU" dirty="0"/>
          </a:p>
        </p:txBody>
      </p:sp>
      <p:sp>
        <p:nvSpPr>
          <p:cNvPr id="4" name="Tartalom helye 3">
            <a:extLst>
              <a:ext uri="{FF2B5EF4-FFF2-40B4-BE49-F238E27FC236}">
                <a16:creationId xmlns:a16="http://schemas.microsoft.com/office/drawing/2014/main" id="{750D9816-F572-AA7C-2493-DCB493307F12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92500" lnSpcReduction="10000"/>
          </a:bodyPr>
          <a:lstStyle/>
          <a:p>
            <a:r>
              <a:rPr lang="hu-HU" dirty="0"/>
              <a:t>Molnár Milán</a:t>
            </a:r>
          </a:p>
          <a:p>
            <a:r>
              <a:rPr lang="hu-HU" dirty="0" err="1"/>
              <a:t>Html</a:t>
            </a:r>
            <a:endParaRPr lang="hu-HU" dirty="0"/>
          </a:p>
          <a:p>
            <a:r>
              <a:rPr lang="hu-HU" dirty="0" err="1"/>
              <a:t>Css</a:t>
            </a:r>
            <a:endParaRPr lang="hu-HU" dirty="0"/>
          </a:p>
          <a:p>
            <a:r>
              <a:rPr lang="hu-HU" dirty="0" err="1"/>
              <a:t>Js</a:t>
            </a:r>
            <a:endParaRPr lang="hu-HU" dirty="0"/>
          </a:p>
        </p:txBody>
      </p:sp>
    </p:spTree>
    <p:extLst>
      <p:ext uri="{BB962C8B-B14F-4D97-AF65-F5344CB8AC3E}">
        <p14:creationId xmlns:p14="http://schemas.microsoft.com/office/powerpoint/2010/main" val="335033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ím 1">
            <a:extLst>
              <a:ext uri="{FF2B5EF4-FFF2-40B4-BE49-F238E27FC236}">
                <a16:creationId xmlns:a16="http://schemas.microsoft.com/office/drawing/2014/main" id="{B4D0856A-5A55-DF1B-2885-DAF615E46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hu-HU" dirty="0" err="1"/>
              <a:t>Köszönyük</a:t>
            </a:r>
            <a:r>
              <a:rPr lang="hu-HU" dirty="0"/>
              <a:t> a figyelmet!</a:t>
            </a:r>
          </a:p>
        </p:txBody>
      </p:sp>
      <p:sp>
        <p:nvSpPr>
          <p:cNvPr id="3" name="Szöveg helye 2">
            <a:extLst>
              <a:ext uri="{FF2B5EF4-FFF2-40B4-BE49-F238E27FC236}">
                <a16:creationId xmlns:a16="http://schemas.microsoft.com/office/drawing/2014/main" id="{DA1E9430-B853-09E1-CAC3-3FD6A5266E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hu-HU"/>
          </a:p>
        </p:txBody>
      </p:sp>
    </p:spTree>
    <p:extLst>
      <p:ext uri="{BB962C8B-B14F-4D97-AF65-F5344CB8AC3E}">
        <p14:creationId xmlns:p14="http://schemas.microsoft.com/office/powerpoint/2010/main" val="1530692203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Áramkör">
  <a:themeElements>
    <a:clrScheme name="Áramkör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Áramkör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Áramkör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Áramkör</Template>
  <TotalTime>44</TotalTime>
  <Words>80</Words>
  <Application>Microsoft Office PowerPoint</Application>
  <PresentationFormat>Szélesvásznú</PresentationFormat>
  <Paragraphs>33</Paragraphs>
  <Slides>6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2</vt:i4>
      </vt:variant>
      <vt:variant>
        <vt:lpstr>Téma</vt:lpstr>
      </vt:variant>
      <vt:variant>
        <vt:i4>1</vt:i4>
      </vt:variant>
      <vt:variant>
        <vt:lpstr>Diacímek</vt:lpstr>
      </vt:variant>
      <vt:variant>
        <vt:i4>6</vt:i4>
      </vt:variant>
    </vt:vector>
  </HeadingPairs>
  <TitlesOfParts>
    <vt:vector size="9" baseType="lpstr">
      <vt:lpstr>Arial</vt:lpstr>
      <vt:lpstr>Tw Cen MT</vt:lpstr>
      <vt:lpstr>Áramkör</vt:lpstr>
      <vt:lpstr>AZ Ai felhasználása</vt:lpstr>
      <vt:lpstr>Használt ezközök</vt:lpstr>
      <vt:lpstr>Ai használata</vt:lpstr>
      <vt:lpstr>időbeosztás</vt:lpstr>
      <vt:lpstr>Munkamegosztás</vt:lpstr>
      <vt:lpstr>Köszönyük a figyelmet!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Zalán Wicha</dc:creator>
  <cp:lastModifiedBy>Zalán Wicha</cp:lastModifiedBy>
  <cp:revision>1</cp:revision>
  <dcterms:created xsi:type="dcterms:W3CDTF">2026-05-12T19:56:23Z</dcterms:created>
  <dcterms:modified xsi:type="dcterms:W3CDTF">2026-05-12T20:41:08Z</dcterms:modified>
</cp:coreProperties>
</file>